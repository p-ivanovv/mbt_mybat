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5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E4867-59D1-432D-999B-81A39753FF9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F6D4C-167E-42CE-912C-160F0792D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7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F6D4C-167E-42CE-912C-160F0792DB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31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F6D4C-167E-42CE-912C-160F0792DB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1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438400" y="1540765"/>
            <a:ext cx="7315200" cy="268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048000" y="4707635"/>
            <a:ext cx="6096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4371767" y="-3507534"/>
            <a:ext cx="20933552" cy="14114303"/>
            <a:chOff x="-2952501" y="-2410614"/>
            <a:chExt cx="15047119" cy="10145416"/>
          </a:xfrm>
        </p:grpSpPr>
        <p:grpSp>
          <p:nvGrpSpPr>
            <p:cNvPr id="13" name="Google Shape;13;p2"/>
            <p:cNvGrpSpPr/>
            <p:nvPr/>
          </p:nvGrpSpPr>
          <p:grpSpPr>
            <a:xfrm rot="5399764">
              <a:off x="-1561749" y="-3801164"/>
              <a:ext cx="5905823" cy="8686923"/>
              <a:chOff x="-825491" y="-400170"/>
              <a:chExt cx="4053691" cy="5943840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32" name="Google Shape;32;p2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9" name="Google Shape;139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0" name="Google Shape;140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2" name="Google Shape;142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3" name="Google Shape;143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" name="Google Shape;144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" name="Google Shape;145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" name="Google Shape;146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" name="Google Shape;147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" name="Google Shape;148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9" name="Google Shape;149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52" name="Google Shape;152;p2"/>
            <p:cNvGrpSpPr/>
            <p:nvPr/>
          </p:nvGrpSpPr>
          <p:grpSpPr>
            <a:xfrm rot="5400000">
              <a:off x="4793583" y="433768"/>
              <a:ext cx="5915146" cy="8686923"/>
              <a:chOff x="-825491" y="-400170"/>
              <a:chExt cx="4053691" cy="5943840"/>
            </a:xfrm>
          </p:grpSpPr>
          <p:grpSp>
            <p:nvGrpSpPr>
              <p:cNvPr id="153" name="Google Shape;153;p2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154" name="Google Shape;154;p2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155" name="Google Shape;155;p2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6" name="Google Shape;156;p2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7" name="Google Shape;157;p2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8" name="Google Shape;158;p2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9" name="Google Shape;159;p2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0" name="Google Shape;160;p2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1" name="Google Shape;161;p2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2" name="Google Shape;162;p2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3" name="Google Shape;163;p2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4" name="Google Shape;164;p2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5" name="Google Shape;165;p2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6" name="Google Shape;166;p2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7" name="Google Shape;167;p2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8" name="Google Shape;168;p2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69" name="Google Shape;169;p2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70" name="Google Shape;170;p2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171" name="Google Shape;171;p2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2" name="Google Shape;172;p2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173" name="Google Shape;173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4" name="Google Shape;174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" name="Google Shape;175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" name="Google Shape;176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" name="Google Shape;177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" name="Google Shape;178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" name="Google Shape;179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" name="Google Shape;180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" name="Google Shape;181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" name="Google Shape;182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" name="Google Shape;183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" name="Google Shape;184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" name="Google Shape;185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6" name="Google Shape;186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7" name="Google Shape;187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8" name="Google Shape;188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9" name="Google Shape;189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0" name="Google Shape;190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1" name="Google Shape;191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2" name="Google Shape;192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3" name="Google Shape;193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" name="Google Shape;194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" name="Google Shape;195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6" name="Google Shape;196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7" name="Google Shape;197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8" name="Google Shape;198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9" name="Google Shape;199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0" name="Google Shape;200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1" name="Google Shape;201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2" name="Google Shape;202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3" name="Google Shape;203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" name="Google Shape;204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" name="Google Shape;205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6" name="Google Shape;206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7" name="Google Shape;207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8" name="Google Shape;208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9" name="Google Shape;209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0" name="Google Shape;210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1" name="Google Shape;211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2" name="Google Shape;212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" name="Google Shape;213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" name="Google Shape;214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5" name="Google Shape;215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6" name="Google Shape;216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7" name="Google Shape;217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8" name="Google Shape;218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9" name="Google Shape;219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0" name="Google Shape;220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1" name="Google Shape;221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2" name="Google Shape;222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3" name="Google Shape;223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4" name="Google Shape;224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5" name="Google Shape;225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6" name="Google Shape;226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7" name="Google Shape;227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" name="Google Shape;228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" name="Google Shape;229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0" name="Google Shape;230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1" name="Google Shape;231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2" name="Google Shape;232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3" name="Google Shape;233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4" name="Google Shape;234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5" name="Google Shape;235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6" name="Google Shape;236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7" name="Google Shape;237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8" name="Google Shape;238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39" name="Google Shape;239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0" name="Google Shape;240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1" name="Google Shape;241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2" name="Google Shape;242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3" name="Google Shape;243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4" name="Google Shape;244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5" name="Google Shape;245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6" name="Google Shape;246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7" name="Google Shape;247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8" name="Google Shape;248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49" name="Google Shape;249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0" name="Google Shape;250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1" name="Google Shape;251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2" name="Google Shape;252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3" name="Google Shape;253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4" name="Google Shape;254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5" name="Google Shape;255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6" name="Google Shape;256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7" name="Google Shape;257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8" name="Google Shape;258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59" name="Google Shape;259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0" name="Google Shape;260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1" name="Google Shape;261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2" name="Google Shape;262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" name="Google Shape;263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" name="Google Shape;264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5" name="Google Shape;265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6" name="Google Shape;266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7" name="Google Shape;267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8" name="Google Shape;268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9" name="Google Shape;269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0" name="Google Shape;270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1" name="Google Shape;271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2" name="Google Shape;272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3" name="Google Shape;273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4" name="Google Shape;274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5" name="Google Shape;275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6" name="Google Shape;276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7" name="Google Shape;277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8" name="Google Shape;278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9" name="Google Shape;279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0" name="Google Shape;280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1" name="Google Shape;281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2" name="Google Shape;282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3" name="Google Shape;283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4" name="Google Shape;284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5" name="Google Shape;285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6" name="Google Shape;286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7" name="Google Shape;287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8" name="Google Shape;288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9" name="Google Shape;289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0" name="Google Shape;290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6491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"/>
          <p:cNvGrpSpPr/>
          <p:nvPr/>
        </p:nvGrpSpPr>
        <p:grpSpPr>
          <a:xfrm flipH="1">
            <a:off x="-3936667" y="-3214152"/>
            <a:ext cx="20062825" cy="13527221"/>
            <a:chOff x="-2952501" y="-2410614"/>
            <a:chExt cx="15047119" cy="10145416"/>
          </a:xfrm>
        </p:grpSpPr>
        <p:grpSp>
          <p:nvGrpSpPr>
            <p:cNvPr id="293" name="Google Shape;293;p3"/>
            <p:cNvGrpSpPr/>
            <p:nvPr/>
          </p:nvGrpSpPr>
          <p:grpSpPr>
            <a:xfrm rot="5399764">
              <a:off x="-1561749" y="-3801164"/>
              <a:ext cx="5905823" cy="8686923"/>
              <a:chOff x="-825491" y="-400170"/>
              <a:chExt cx="4053691" cy="5943840"/>
            </a:xfrm>
          </p:grpSpPr>
          <p:grpSp>
            <p:nvGrpSpPr>
              <p:cNvPr id="294" name="Google Shape;294;p3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295" name="Google Shape;295;p3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296" name="Google Shape;296;p3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97" name="Google Shape;297;p3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98" name="Google Shape;298;p3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99" name="Google Shape;299;p3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0" name="Google Shape;300;p3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1" name="Google Shape;301;p3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2" name="Google Shape;302;p3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3" name="Google Shape;303;p3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4" name="Google Shape;304;p3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5" name="Google Shape;305;p3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6" name="Google Shape;306;p3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7" name="Google Shape;307;p3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8" name="Google Shape;308;p3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09" name="Google Shape;309;p3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10" name="Google Shape;310;p3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311" name="Google Shape;311;p3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312" name="Google Shape;312;p3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313" name="Google Shape;313;p3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314" name="Google Shape;314;p3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0" name="Google Shape;320;p3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1" name="Google Shape;321;p3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2" name="Google Shape;322;p3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4" name="Google Shape;324;p3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5" name="Google Shape;325;p3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6" name="Google Shape;326;p3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7" name="Google Shape;327;p3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8" name="Google Shape;328;p3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9" name="Google Shape;329;p3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0" name="Google Shape;330;p3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1" name="Google Shape;331;p3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6" name="Google Shape;336;p3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7" name="Google Shape;337;p3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8" name="Google Shape;338;p3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39" name="Google Shape;339;p3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0" name="Google Shape;340;p3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1" name="Google Shape;341;p3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2" name="Google Shape;342;p3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3" name="Google Shape;343;p3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4" name="Google Shape;344;p3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5" name="Google Shape;345;p3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6" name="Google Shape;346;p3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7" name="Google Shape;347;p3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8" name="Google Shape;348;p3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49" name="Google Shape;349;p3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0" name="Google Shape;350;p3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1" name="Google Shape;351;p3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2" name="Google Shape;352;p3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3" name="Google Shape;353;p3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4" name="Google Shape;354;p3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5" name="Google Shape;355;p3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6" name="Google Shape;356;p3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7" name="Google Shape;357;p3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8" name="Google Shape;358;p3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59" name="Google Shape;359;p3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0" name="Google Shape;360;p3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1" name="Google Shape;361;p3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2" name="Google Shape;362;p3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3" name="Google Shape;363;p3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4" name="Google Shape;364;p3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5" name="Google Shape;365;p3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6" name="Google Shape;366;p3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7" name="Google Shape;367;p3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8" name="Google Shape;368;p3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69" name="Google Shape;369;p3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0" name="Google Shape;370;p3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1" name="Google Shape;371;p3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2" name="Google Shape;372;p3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3" name="Google Shape;373;p3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4" name="Google Shape;374;p3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5" name="Google Shape;375;p3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6" name="Google Shape;376;p3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7" name="Google Shape;377;p3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8" name="Google Shape;378;p3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79" name="Google Shape;379;p3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0" name="Google Shape;380;p3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1" name="Google Shape;381;p3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2" name="Google Shape;382;p3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3" name="Google Shape;383;p3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4" name="Google Shape;384;p3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5" name="Google Shape;385;p3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6" name="Google Shape;386;p3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7" name="Google Shape;387;p3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8" name="Google Shape;388;p3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9" name="Google Shape;389;p3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0" name="Google Shape;390;p3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1" name="Google Shape;391;p3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2" name="Google Shape;392;p3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3" name="Google Shape;393;p3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4" name="Google Shape;394;p3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5" name="Google Shape;395;p3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6" name="Google Shape;396;p3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7" name="Google Shape;397;p3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8" name="Google Shape;398;p3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9" name="Google Shape;399;p3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0" name="Google Shape;400;p3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1" name="Google Shape;401;p3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2" name="Google Shape;402;p3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3" name="Google Shape;403;p3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4" name="Google Shape;404;p3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5" name="Google Shape;405;p3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6" name="Google Shape;406;p3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7" name="Google Shape;407;p3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8" name="Google Shape;408;p3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9" name="Google Shape;409;p3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0" name="Google Shape;410;p3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1" name="Google Shape;411;p3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2" name="Google Shape;412;p3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3" name="Google Shape;413;p3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4" name="Google Shape;414;p3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5" name="Google Shape;415;p3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6" name="Google Shape;416;p3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7" name="Google Shape;417;p3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8" name="Google Shape;418;p3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9" name="Google Shape;419;p3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0" name="Google Shape;420;p3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1" name="Google Shape;421;p3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2" name="Google Shape;422;p3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3" name="Google Shape;423;p3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4" name="Google Shape;424;p3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5" name="Google Shape;425;p3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6" name="Google Shape;426;p3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7" name="Google Shape;427;p3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8" name="Google Shape;428;p3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9" name="Google Shape;429;p3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0" name="Google Shape;430;p3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1" name="Google Shape;431;p3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432" name="Google Shape;432;p3"/>
            <p:cNvGrpSpPr/>
            <p:nvPr/>
          </p:nvGrpSpPr>
          <p:grpSpPr>
            <a:xfrm rot="5400000">
              <a:off x="4793583" y="433768"/>
              <a:ext cx="5915146" cy="8686923"/>
              <a:chOff x="-825491" y="-400170"/>
              <a:chExt cx="4053691" cy="5943840"/>
            </a:xfrm>
          </p:grpSpPr>
          <p:grpSp>
            <p:nvGrpSpPr>
              <p:cNvPr id="433" name="Google Shape;433;p3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434" name="Google Shape;434;p3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435" name="Google Shape;435;p3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36" name="Google Shape;436;p3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37" name="Google Shape;437;p3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38" name="Google Shape;438;p3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39" name="Google Shape;439;p3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0" name="Google Shape;440;p3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1" name="Google Shape;441;p3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2" name="Google Shape;442;p3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3" name="Google Shape;443;p3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4" name="Google Shape;444;p3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5" name="Google Shape;445;p3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6" name="Google Shape;446;p3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7" name="Google Shape;447;p3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8" name="Google Shape;448;p3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49" name="Google Shape;449;p3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50" name="Google Shape;450;p3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451" name="Google Shape;451;p3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452" name="Google Shape;452;p3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453" name="Google Shape;453;p3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4" name="Google Shape;454;p3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5" name="Google Shape;455;p3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6" name="Google Shape;456;p3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7" name="Google Shape;457;p3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8" name="Google Shape;458;p3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9" name="Google Shape;459;p3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0" name="Google Shape;460;p3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1" name="Google Shape;461;p3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2" name="Google Shape;462;p3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3" name="Google Shape;463;p3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4" name="Google Shape;464;p3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5" name="Google Shape;465;p3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6" name="Google Shape;466;p3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7" name="Google Shape;467;p3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8" name="Google Shape;468;p3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9" name="Google Shape;469;p3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0" name="Google Shape;470;p3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1" name="Google Shape;471;p3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2" name="Google Shape;472;p3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3" name="Google Shape;473;p3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4" name="Google Shape;474;p3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5" name="Google Shape;475;p3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6" name="Google Shape;476;p3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7" name="Google Shape;477;p3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8" name="Google Shape;478;p3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9" name="Google Shape;479;p3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0" name="Google Shape;480;p3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1" name="Google Shape;481;p3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2" name="Google Shape;482;p3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3" name="Google Shape;483;p3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4" name="Google Shape;484;p3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5" name="Google Shape;485;p3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6" name="Google Shape;486;p3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7" name="Google Shape;487;p3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8" name="Google Shape;488;p3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9" name="Google Shape;489;p3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0" name="Google Shape;490;p3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1" name="Google Shape;491;p3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2" name="Google Shape;492;p3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3" name="Google Shape;493;p3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4" name="Google Shape;494;p3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5" name="Google Shape;495;p3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6" name="Google Shape;496;p3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7" name="Google Shape;497;p3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8" name="Google Shape;498;p3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9" name="Google Shape;499;p3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0" name="Google Shape;500;p3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1" name="Google Shape;501;p3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2" name="Google Shape;502;p3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3" name="Google Shape;503;p3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4" name="Google Shape;504;p3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5" name="Google Shape;505;p3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6" name="Google Shape;506;p3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7" name="Google Shape;507;p3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8" name="Google Shape;508;p3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9" name="Google Shape;509;p3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0" name="Google Shape;510;p3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1" name="Google Shape;511;p3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2" name="Google Shape;512;p3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3" name="Google Shape;513;p3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4" name="Google Shape;514;p3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5" name="Google Shape;515;p3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6" name="Google Shape;516;p3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7" name="Google Shape;517;p3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8" name="Google Shape;518;p3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9" name="Google Shape;519;p3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0" name="Google Shape;520;p3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1" name="Google Shape;521;p3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2" name="Google Shape;522;p3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3" name="Google Shape;523;p3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4" name="Google Shape;524;p3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5" name="Google Shape;525;p3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6" name="Google Shape;526;p3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7" name="Google Shape;527;p3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8" name="Google Shape;528;p3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9" name="Google Shape;529;p3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0" name="Google Shape;530;p3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1" name="Google Shape;531;p3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2" name="Google Shape;532;p3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3" name="Google Shape;533;p3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4" name="Google Shape;534;p3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5" name="Google Shape;535;p3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6" name="Google Shape;536;p3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7" name="Google Shape;537;p3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8" name="Google Shape;538;p3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9" name="Google Shape;539;p3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0" name="Google Shape;540;p3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1" name="Google Shape;541;p3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2" name="Google Shape;542;p3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3" name="Google Shape;543;p3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4" name="Google Shape;544;p3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5" name="Google Shape;545;p3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6" name="Google Shape;546;p3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7" name="Google Shape;547;p3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8" name="Google Shape;548;p3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9" name="Google Shape;549;p3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0" name="Google Shape;550;p3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1" name="Google Shape;551;p3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2" name="Google Shape;552;p3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3" name="Google Shape;553;p3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4" name="Google Shape;554;p3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5" name="Google Shape;555;p3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6" name="Google Shape;556;p3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7" name="Google Shape;557;p3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8" name="Google Shape;558;p3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9" name="Google Shape;559;p3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0" name="Google Shape;560;p3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1" name="Google Shape;561;p3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2" name="Google Shape;562;p3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3" name="Google Shape;563;p3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4" name="Google Shape;564;p3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5" name="Google Shape;565;p3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6" name="Google Shape;566;p3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7" name="Google Shape;567;p3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8" name="Google Shape;568;p3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9" name="Google Shape;569;p3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0" name="Google Shape;570;p3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pic>
        <p:nvPicPr>
          <p:cNvPr id="571" name="Google Shape;57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"/>
          <p:cNvSpPr txBox="1">
            <a:spLocks noGrp="1"/>
          </p:cNvSpPr>
          <p:nvPr>
            <p:ph type="title"/>
          </p:nvPr>
        </p:nvSpPr>
        <p:spPr>
          <a:xfrm>
            <a:off x="2438400" y="3979164"/>
            <a:ext cx="7315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573" name="Google Shape;573;p3"/>
          <p:cNvSpPr txBox="1">
            <a:spLocks noGrp="1"/>
          </p:cNvSpPr>
          <p:nvPr>
            <p:ph type="title" idx="2" hasCustomPrompt="1"/>
          </p:nvPr>
        </p:nvSpPr>
        <p:spPr>
          <a:xfrm>
            <a:off x="5181575" y="1964436"/>
            <a:ext cx="1828800" cy="14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93132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4"/>
          <p:cNvGrpSpPr/>
          <p:nvPr/>
        </p:nvGrpSpPr>
        <p:grpSpPr>
          <a:xfrm>
            <a:off x="-307578" y="4621737"/>
            <a:ext cx="5109867" cy="2428867"/>
            <a:chOff x="-240925" y="3502150"/>
            <a:chExt cx="3832400" cy="1821650"/>
          </a:xfrm>
        </p:grpSpPr>
        <p:grpSp>
          <p:nvGrpSpPr>
            <p:cNvPr id="576" name="Google Shape;576;p4"/>
            <p:cNvGrpSpPr/>
            <p:nvPr/>
          </p:nvGrpSpPr>
          <p:grpSpPr>
            <a:xfrm>
              <a:off x="-240925" y="3502150"/>
              <a:ext cx="3832400" cy="1821650"/>
              <a:chOff x="-240925" y="3502150"/>
              <a:chExt cx="3832400" cy="1821650"/>
            </a:xfrm>
          </p:grpSpPr>
          <p:sp>
            <p:nvSpPr>
              <p:cNvPr id="577" name="Google Shape;577;p4"/>
              <p:cNvSpPr/>
              <p:nvPr/>
            </p:nvSpPr>
            <p:spPr>
              <a:xfrm>
                <a:off x="-182875" y="3502150"/>
                <a:ext cx="2809875" cy="1821650"/>
              </a:xfrm>
              <a:custGeom>
                <a:avLst/>
                <a:gdLst/>
                <a:ahLst/>
                <a:cxnLst/>
                <a:rect l="l" t="t" r="r" b="b"/>
                <a:pathLst>
                  <a:path w="112395" h="72866" extrusionOk="0">
                    <a:moveTo>
                      <a:pt x="112395" y="72866"/>
                    </a:moveTo>
                    <a:lnTo>
                      <a:pt x="77628" y="60008"/>
                    </a:lnTo>
                    <a:lnTo>
                      <a:pt x="46177" y="70012"/>
                    </a:lnTo>
                    <a:lnTo>
                      <a:pt x="41557" y="45294"/>
                    </a:lnTo>
                    <a:lnTo>
                      <a:pt x="20955" y="55721"/>
                    </a:lnTo>
                    <a:lnTo>
                      <a:pt x="13811" y="30004"/>
                    </a:lnTo>
                    <a:lnTo>
                      <a:pt x="21907" y="1333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578" name="Google Shape;578;p4"/>
              <p:cNvSpPr/>
              <p:nvPr/>
            </p:nvSpPr>
            <p:spPr>
              <a:xfrm>
                <a:off x="-173700" y="3507450"/>
                <a:ext cx="3765175" cy="1776125"/>
              </a:xfrm>
              <a:custGeom>
                <a:avLst/>
                <a:gdLst/>
                <a:ahLst/>
                <a:cxnLst/>
                <a:rect l="l" t="t" r="r" b="b"/>
                <a:pathLst>
                  <a:path w="150607" h="71045" extrusionOk="0">
                    <a:moveTo>
                      <a:pt x="0" y="0"/>
                    </a:moveTo>
                    <a:lnTo>
                      <a:pt x="13354" y="29842"/>
                    </a:lnTo>
                    <a:lnTo>
                      <a:pt x="41238" y="45047"/>
                    </a:lnTo>
                    <a:lnTo>
                      <a:pt x="28912" y="71045"/>
                    </a:lnTo>
                    <a:lnTo>
                      <a:pt x="20593" y="55512"/>
                    </a:lnTo>
                    <a:lnTo>
                      <a:pt x="77321" y="59839"/>
                    </a:lnTo>
                    <a:lnTo>
                      <a:pt x="104663" y="51323"/>
                    </a:lnTo>
                    <a:lnTo>
                      <a:pt x="121696" y="70373"/>
                    </a:lnTo>
                    <a:lnTo>
                      <a:pt x="140970" y="60960"/>
                    </a:lnTo>
                    <a:lnTo>
                      <a:pt x="150607" y="683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579" name="Google Shape;579;p4"/>
              <p:cNvSpPr/>
              <p:nvPr/>
            </p:nvSpPr>
            <p:spPr>
              <a:xfrm>
                <a:off x="-240925" y="4252925"/>
                <a:ext cx="582050" cy="778525"/>
              </a:xfrm>
              <a:custGeom>
                <a:avLst/>
                <a:gdLst/>
                <a:ahLst/>
                <a:cxnLst/>
                <a:rect l="l" t="t" r="r" b="b"/>
                <a:pathLst>
                  <a:path w="23282" h="31141" extrusionOk="0">
                    <a:moveTo>
                      <a:pt x="16114" y="0"/>
                    </a:moveTo>
                    <a:lnTo>
                      <a:pt x="0" y="12091"/>
                    </a:lnTo>
                    <a:lnTo>
                      <a:pt x="2017" y="31141"/>
                    </a:lnTo>
                    <a:lnTo>
                      <a:pt x="23282" y="25622"/>
                    </a:lnTo>
                    <a:lnTo>
                      <a:pt x="224" y="1231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cxnSp>
            <p:nvCxnSpPr>
              <p:cNvPr id="580" name="Google Shape;580;p4"/>
              <p:cNvCxnSpPr/>
              <p:nvPr/>
            </p:nvCxnSpPr>
            <p:spPr>
              <a:xfrm flipH="1">
                <a:off x="2005275" y="4791150"/>
                <a:ext cx="444000" cy="4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581" name="Google Shape;581;p4"/>
            <p:cNvGrpSpPr/>
            <p:nvPr/>
          </p:nvGrpSpPr>
          <p:grpSpPr>
            <a:xfrm>
              <a:off x="137875" y="3820221"/>
              <a:ext cx="2319521" cy="1201050"/>
              <a:chOff x="137875" y="3820221"/>
              <a:chExt cx="2319521" cy="1201050"/>
            </a:xfrm>
          </p:grpSpPr>
          <p:sp>
            <p:nvSpPr>
              <p:cNvPr id="582" name="Google Shape;582;p4"/>
              <p:cNvSpPr/>
              <p:nvPr/>
            </p:nvSpPr>
            <p:spPr>
              <a:xfrm>
                <a:off x="137875" y="42313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4"/>
              <p:cNvSpPr/>
              <p:nvPr/>
            </p:nvSpPr>
            <p:spPr>
              <a:xfrm>
                <a:off x="347246" y="382022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4"/>
              <p:cNvSpPr/>
              <p:nvPr/>
            </p:nvSpPr>
            <p:spPr>
              <a:xfrm>
                <a:off x="829925" y="46169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4"/>
              <p:cNvSpPr/>
              <p:nvPr/>
            </p:nvSpPr>
            <p:spPr>
              <a:xfrm>
                <a:off x="316650" y="4869775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4"/>
              <p:cNvSpPr/>
              <p:nvPr/>
            </p:nvSpPr>
            <p:spPr>
              <a:xfrm>
                <a:off x="1744096" y="49846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7" name="Google Shape;587;p4"/>
              <p:cNvSpPr/>
              <p:nvPr/>
            </p:nvSpPr>
            <p:spPr>
              <a:xfrm>
                <a:off x="2420796" y="47752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588" name="Google Shape;58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590" name="Google Shape;590;p4"/>
          <p:cNvSpPr txBox="1">
            <a:spLocks noGrp="1"/>
          </p:cNvSpPr>
          <p:nvPr>
            <p:ph type="body" idx="1"/>
          </p:nvPr>
        </p:nvSpPr>
        <p:spPr>
          <a:xfrm>
            <a:off x="951000" y="1755648"/>
            <a:ext cx="10290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</p:spTree>
    <p:extLst>
      <p:ext uri="{BB962C8B-B14F-4D97-AF65-F5344CB8AC3E}">
        <p14:creationId xmlns:p14="http://schemas.microsoft.com/office/powerpoint/2010/main" val="151071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5"/>
          <p:cNvGrpSpPr/>
          <p:nvPr/>
        </p:nvGrpSpPr>
        <p:grpSpPr>
          <a:xfrm>
            <a:off x="9887712" y="-121920"/>
            <a:ext cx="2545600" cy="4684600"/>
            <a:chOff x="7415784" y="-91440"/>
            <a:chExt cx="1909200" cy="3513450"/>
          </a:xfrm>
        </p:grpSpPr>
        <p:grpSp>
          <p:nvGrpSpPr>
            <p:cNvPr id="594" name="Google Shape;594;p5"/>
            <p:cNvGrpSpPr/>
            <p:nvPr/>
          </p:nvGrpSpPr>
          <p:grpSpPr>
            <a:xfrm>
              <a:off x="7415784" y="-91440"/>
              <a:ext cx="1909200" cy="3513450"/>
              <a:chOff x="7425300" y="-36825"/>
              <a:chExt cx="1909200" cy="3513450"/>
            </a:xfrm>
          </p:grpSpPr>
          <p:sp>
            <p:nvSpPr>
              <p:cNvPr id="595" name="Google Shape;595;p5"/>
              <p:cNvSpPr/>
              <p:nvPr/>
            </p:nvSpPr>
            <p:spPr>
              <a:xfrm>
                <a:off x="8167700" y="809625"/>
                <a:ext cx="11668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46672" h="106680" extrusionOk="0">
                    <a:moveTo>
                      <a:pt x="46672" y="0"/>
                    </a:moveTo>
                    <a:lnTo>
                      <a:pt x="25241" y="8573"/>
                    </a:lnTo>
                    <a:lnTo>
                      <a:pt x="10953" y="20955"/>
                    </a:lnTo>
                    <a:lnTo>
                      <a:pt x="24765" y="35243"/>
                    </a:lnTo>
                    <a:lnTo>
                      <a:pt x="25279" y="8531"/>
                    </a:lnTo>
                    <a:lnTo>
                      <a:pt x="45720" y="34766"/>
                    </a:lnTo>
                    <a:lnTo>
                      <a:pt x="24800" y="35207"/>
                    </a:lnTo>
                    <a:lnTo>
                      <a:pt x="0" y="63341"/>
                    </a:lnTo>
                    <a:lnTo>
                      <a:pt x="30114" y="86804"/>
                    </a:lnTo>
                    <a:lnTo>
                      <a:pt x="24800" y="35207"/>
                    </a:lnTo>
                    <a:lnTo>
                      <a:pt x="46672" y="58579"/>
                    </a:lnTo>
                    <a:lnTo>
                      <a:pt x="30003" y="86678"/>
                    </a:lnTo>
                    <a:lnTo>
                      <a:pt x="21907" y="106680"/>
                    </a:lnTo>
                    <a:lnTo>
                      <a:pt x="43338" y="97155"/>
                    </a:lnTo>
                    <a:lnTo>
                      <a:pt x="30061" y="8669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596" name="Google Shape;596;p5"/>
              <p:cNvSpPr/>
              <p:nvPr/>
            </p:nvSpPr>
            <p:spPr>
              <a:xfrm>
                <a:off x="7425300" y="-36825"/>
                <a:ext cx="1889200" cy="1369125"/>
              </a:xfrm>
              <a:custGeom>
                <a:avLst/>
                <a:gdLst/>
                <a:ahLst/>
                <a:cxnLst/>
                <a:rect l="l" t="t" r="r" b="b"/>
                <a:pathLst>
                  <a:path w="75568" h="54765" extrusionOk="0">
                    <a:moveTo>
                      <a:pt x="54939" y="42520"/>
                    </a:moveTo>
                    <a:lnTo>
                      <a:pt x="37152" y="19050"/>
                    </a:lnTo>
                    <a:lnTo>
                      <a:pt x="75568" y="31153"/>
                    </a:lnTo>
                    <a:lnTo>
                      <a:pt x="73568" y="3999"/>
                    </a:lnTo>
                    <a:lnTo>
                      <a:pt x="37047" y="19050"/>
                    </a:lnTo>
                    <a:lnTo>
                      <a:pt x="34100" y="0"/>
                    </a:lnTo>
                    <a:lnTo>
                      <a:pt x="0" y="7051"/>
                    </a:lnTo>
                    <a:lnTo>
                      <a:pt x="37152" y="19155"/>
                    </a:lnTo>
                    <a:lnTo>
                      <a:pt x="40697" y="5476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597" name="Google Shape;597;p5"/>
            <p:cNvGrpSpPr/>
            <p:nvPr/>
          </p:nvGrpSpPr>
          <p:grpSpPr>
            <a:xfrm>
              <a:off x="8323975" y="362525"/>
              <a:ext cx="607650" cy="2583450"/>
              <a:chOff x="8323975" y="362525"/>
              <a:chExt cx="607650" cy="2583450"/>
            </a:xfrm>
          </p:grpSpPr>
          <p:sp>
            <p:nvSpPr>
              <p:cNvPr id="598" name="Google Shape;598;p5"/>
              <p:cNvSpPr/>
              <p:nvPr/>
            </p:nvSpPr>
            <p:spPr>
              <a:xfrm>
                <a:off x="8323975" y="3625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9" name="Google Shape;599;p5"/>
              <p:cNvSpPr/>
              <p:nvPr/>
            </p:nvSpPr>
            <p:spPr>
              <a:xfrm>
                <a:off x="8768050" y="9524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0" name="Google Shape;600;p5"/>
              <p:cNvSpPr/>
              <p:nvPr/>
            </p:nvSpPr>
            <p:spPr>
              <a:xfrm>
                <a:off x="8420024" y="12635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1" name="Google Shape;601;p5"/>
              <p:cNvSpPr/>
              <p:nvPr/>
            </p:nvSpPr>
            <p:spPr>
              <a:xfrm>
                <a:off x="8755175" y="16132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8886025" y="29003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603" name="Google Shape;603;p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604" name="Google Shape;604;p5"/>
          <p:cNvSpPr txBox="1">
            <a:spLocks noGrp="1"/>
          </p:cNvSpPr>
          <p:nvPr>
            <p:ph type="subTitle" idx="1"/>
          </p:nvPr>
        </p:nvSpPr>
        <p:spPr>
          <a:xfrm>
            <a:off x="6334133" y="5104713"/>
            <a:ext cx="3352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605" name="Google Shape;605;p5"/>
          <p:cNvSpPr txBox="1">
            <a:spLocks noGrp="1"/>
          </p:cNvSpPr>
          <p:nvPr>
            <p:ph type="subTitle" idx="2"/>
          </p:nvPr>
        </p:nvSpPr>
        <p:spPr>
          <a:xfrm>
            <a:off x="2505067" y="5104713"/>
            <a:ext cx="3352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606" name="Google Shape;606;p5"/>
          <p:cNvSpPr txBox="1">
            <a:spLocks noGrp="1"/>
          </p:cNvSpPr>
          <p:nvPr>
            <p:ph type="subTitle" idx="3"/>
          </p:nvPr>
        </p:nvSpPr>
        <p:spPr>
          <a:xfrm>
            <a:off x="6334133" y="4495115"/>
            <a:ext cx="3352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607" name="Google Shape;607;p5"/>
          <p:cNvSpPr txBox="1">
            <a:spLocks noGrp="1"/>
          </p:cNvSpPr>
          <p:nvPr>
            <p:ph type="subTitle" idx="4"/>
          </p:nvPr>
        </p:nvSpPr>
        <p:spPr>
          <a:xfrm>
            <a:off x="2505067" y="4495115"/>
            <a:ext cx="3352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608" name="Google Shape;608;p5"/>
          <p:cNvGrpSpPr/>
          <p:nvPr/>
        </p:nvGrpSpPr>
        <p:grpSpPr>
          <a:xfrm rot="5400000">
            <a:off x="-1766506" y="3948875"/>
            <a:ext cx="4557700" cy="1512367"/>
            <a:chOff x="3407175" y="4321275"/>
            <a:chExt cx="3418275" cy="1134275"/>
          </a:xfrm>
        </p:grpSpPr>
        <p:grpSp>
          <p:nvGrpSpPr>
            <p:cNvPr id="609" name="Google Shape;609;p5"/>
            <p:cNvGrpSpPr/>
            <p:nvPr/>
          </p:nvGrpSpPr>
          <p:grpSpPr>
            <a:xfrm>
              <a:off x="3407175" y="4337800"/>
              <a:ext cx="3418275" cy="1117750"/>
              <a:chOff x="3739913" y="4337800"/>
              <a:chExt cx="3418275" cy="1117750"/>
            </a:xfrm>
          </p:grpSpPr>
          <p:sp>
            <p:nvSpPr>
              <p:cNvPr id="610" name="Google Shape;610;p5"/>
              <p:cNvSpPr/>
              <p:nvPr/>
            </p:nvSpPr>
            <p:spPr>
              <a:xfrm>
                <a:off x="3739913" y="4337800"/>
                <a:ext cx="3112025" cy="1117750"/>
              </a:xfrm>
              <a:custGeom>
                <a:avLst/>
                <a:gdLst/>
                <a:ahLst/>
                <a:cxnLst/>
                <a:rect l="l" t="t" r="r" b="b"/>
                <a:pathLst>
                  <a:path w="124481" h="44710" extrusionOk="0">
                    <a:moveTo>
                      <a:pt x="124481" y="17672"/>
                    </a:moveTo>
                    <a:lnTo>
                      <a:pt x="107139" y="30422"/>
                    </a:lnTo>
                    <a:lnTo>
                      <a:pt x="94757" y="44710"/>
                    </a:lnTo>
                    <a:lnTo>
                      <a:pt x="80469" y="30898"/>
                    </a:lnTo>
                    <a:lnTo>
                      <a:pt x="107181" y="30384"/>
                    </a:lnTo>
                    <a:lnTo>
                      <a:pt x="104734" y="0"/>
                    </a:lnTo>
                    <a:lnTo>
                      <a:pt x="80505" y="30863"/>
                    </a:lnTo>
                    <a:lnTo>
                      <a:pt x="28039" y="39584"/>
                    </a:lnTo>
                    <a:lnTo>
                      <a:pt x="28908" y="25549"/>
                    </a:lnTo>
                    <a:lnTo>
                      <a:pt x="80505" y="30863"/>
                    </a:lnTo>
                    <a:lnTo>
                      <a:pt x="57233" y="15998"/>
                    </a:lnTo>
                    <a:lnTo>
                      <a:pt x="29034" y="25660"/>
                    </a:lnTo>
                    <a:lnTo>
                      <a:pt x="0" y="34801"/>
                    </a:lnTo>
                    <a:lnTo>
                      <a:pt x="18557" y="12325"/>
                    </a:lnTo>
                    <a:lnTo>
                      <a:pt x="29015" y="256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611" name="Google Shape;611;p5"/>
              <p:cNvSpPr/>
              <p:nvPr/>
            </p:nvSpPr>
            <p:spPr>
              <a:xfrm>
                <a:off x="6362388" y="4341925"/>
                <a:ext cx="795800" cy="837025"/>
              </a:xfrm>
              <a:custGeom>
                <a:avLst/>
                <a:gdLst/>
                <a:ahLst/>
                <a:cxnLst/>
                <a:rect l="l" t="t" r="r" b="b"/>
                <a:pathLst>
                  <a:path w="31832" h="33481" extrusionOk="0">
                    <a:moveTo>
                      <a:pt x="0" y="0"/>
                    </a:moveTo>
                    <a:lnTo>
                      <a:pt x="19674" y="17507"/>
                    </a:lnTo>
                    <a:lnTo>
                      <a:pt x="31832" y="3348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612" name="Google Shape;612;p5"/>
            <p:cNvGrpSpPr/>
            <p:nvPr/>
          </p:nvGrpSpPr>
          <p:grpSpPr>
            <a:xfrm>
              <a:off x="3852801" y="4321275"/>
              <a:ext cx="2252995" cy="802900"/>
              <a:chOff x="3852801" y="4321275"/>
              <a:chExt cx="2252995" cy="802900"/>
            </a:xfrm>
          </p:grpSpPr>
          <p:sp>
            <p:nvSpPr>
              <p:cNvPr id="613" name="Google Shape;613;p5"/>
              <p:cNvSpPr/>
              <p:nvPr/>
            </p:nvSpPr>
            <p:spPr>
              <a:xfrm>
                <a:off x="3852801" y="46308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4" name="Google Shape;614;p5"/>
              <p:cNvSpPr/>
              <p:nvPr/>
            </p:nvSpPr>
            <p:spPr>
              <a:xfrm>
                <a:off x="4109400" y="49540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5"/>
              <p:cNvSpPr/>
              <p:nvPr/>
            </p:nvSpPr>
            <p:spPr>
              <a:xfrm>
                <a:off x="6004300" y="43212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5"/>
              <p:cNvSpPr/>
              <p:nvPr/>
            </p:nvSpPr>
            <p:spPr>
              <a:xfrm>
                <a:off x="6060196" y="50785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5"/>
              <p:cNvSpPr/>
              <p:nvPr/>
            </p:nvSpPr>
            <p:spPr>
              <a:xfrm>
                <a:off x="4818237" y="4721806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029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pic>
        <p:nvPicPr>
          <p:cNvPr id="620" name="Google Shape;6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332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7"/>
          <p:cNvSpPr txBox="1">
            <a:spLocks noGrp="1"/>
          </p:cNvSpPr>
          <p:nvPr>
            <p:ph type="title"/>
          </p:nvPr>
        </p:nvSpPr>
        <p:spPr>
          <a:xfrm>
            <a:off x="950967" y="1234367"/>
            <a:ext cx="49068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624" name="Google Shape;624;p7"/>
          <p:cNvSpPr txBox="1">
            <a:spLocks noGrp="1"/>
          </p:cNvSpPr>
          <p:nvPr>
            <p:ph type="subTitle" idx="1"/>
          </p:nvPr>
        </p:nvSpPr>
        <p:spPr>
          <a:xfrm>
            <a:off x="950967" y="2941239"/>
            <a:ext cx="4906800" cy="2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625" name="Google Shape;625;p7"/>
          <p:cNvGrpSpPr/>
          <p:nvPr/>
        </p:nvGrpSpPr>
        <p:grpSpPr>
          <a:xfrm>
            <a:off x="7127945" y="-294631"/>
            <a:ext cx="5127555" cy="7447264"/>
            <a:chOff x="5345959" y="-220973"/>
            <a:chExt cx="3845666" cy="5585448"/>
          </a:xfrm>
        </p:grpSpPr>
        <p:grpSp>
          <p:nvGrpSpPr>
            <p:cNvPr id="626" name="Google Shape;626;p7"/>
            <p:cNvGrpSpPr/>
            <p:nvPr/>
          </p:nvGrpSpPr>
          <p:grpSpPr>
            <a:xfrm>
              <a:off x="5643525" y="4230198"/>
              <a:ext cx="3548100" cy="1134277"/>
              <a:chOff x="3277350" y="4321275"/>
              <a:chExt cx="3548100" cy="1134277"/>
            </a:xfrm>
          </p:grpSpPr>
          <p:grpSp>
            <p:nvGrpSpPr>
              <p:cNvPr id="627" name="Google Shape;627;p7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628" name="Google Shape;628;p7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629" name="Google Shape;629;p7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630" name="Google Shape;630;p7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631" name="Google Shape;631;p7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2" name="Google Shape;632;p7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3" name="Google Shape;633;p7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4" name="Google Shape;634;p7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5" name="Google Shape;635;p7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636" name="Google Shape;636;p7"/>
            <p:cNvGrpSpPr/>
            <p:nvPr/>
          </p:nvGrpSpPr>
          <p:grpSpPr>
            <a:xfrm rot="5400000" flipH="1">
              <a:off x="6439460" y="-1314474"/>
              <a:ext cx="1658665" cy="3845666"/>
              <a:chOff x="7666319" y="-423656"/>
              <a:chExt cx="1658665" cy="3845666"/>
            </a:xfrm>
          </p:grpSpPr>
          <p:grpSp>
            <p:nvGrpSpPr>
              <p:cNvPr id="637" name="Google Shape;637;p7"/>
              <p:cNvGrpSpPr/>
              <p:nvPr/>
            </p:nvGrpSpPr>
            <p:grpSpPr>
              <a:xfrm>
                <a:off x="7666319" y="-423656"/>
                <a:ext cx="1658665" cy="3845666"/>
                <a:chOff x="7675835" y="-369041"/>
                <a:chExt cx="1658665" cy="3845666"/>
              </a:xfrm>
            </p:grpSpPr>
            <p:sp>
              <p:nvSpPr>
                <p:cNvPr id="638" name="Google Shape;638;p7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639" name="Google Shape;639;p7"/>
                <p:cNvSpPr/>
                <p:nvPr/>
              </p:nvSpPr>
              <p:spPr>
                <a:xfrm>
                  <a:off x="7675835" y="-369041"/>
                  <a:ext cx="1638675" cy="170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47" h="68054" extrusionOk="0">
                      <a:moveTo>
                        <a:pt x="44918" y="55809"/>
                      </a:moveTo>
                      <a:lnTo>
                        <a:pt x="27131" y="32339"/>
                      </a:lnTo>
                      <a:lnTo>
                        <a:pt x="65547" y="44442"/>
                      </a:lnTo>
                      <a:lnTo>
                        <a:pt x="64294" y="8096"/>
                      </a:lnTo>
                      <a:lnTo>
                        <a:pt x="27026" y="32339"/>
                      </a:lnTo>
                      <a:lnTo>
                        <a:pt x="24289" y="0"/>
                      </a:lnTo>
                      <a:lnTo>
                        <a:pt x="0" y="35719"/>
                      </a:lnTo>
                      <a:lnTo>
                        <a:pt x="27131" y="32444"/>
                      </a:lnTo>
                      <a:lnTo>
                        <a:pt x="30676" y="680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640" name="Google Shape;640;p7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641" name="Google Shape;641;p7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2" name="Google Shape;642;p7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3" name="Google Shape;643;p7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4" name="Google Shape;644;p7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5" name="Google Shape;645;p7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5753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8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"/>
          <p:cNvSpPr txBox="1">
            <a:spLocks noGrp="1"/>
          </p:cNvSpPr>
          <p:nvPr>
            <p:ph type="title"/>
          </p:nvPr>
        </p:nvSpPr>
        <p:spPr>
          <a:xfrm>
            <a:off x="2438400" y="1783000"/>
            <a:ext cx="7315200" cy="32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grpSp>
        <p:nvGrpSpPr>
          <p:cNvPr id="649" name="Google Shape;649;p8"/>
          <p:cNvGrpSpPr/>
          <p:nvPr/>
        </p:nvGrpSpPr>
        <p:grpSpPr>
          <a:xfrm flipH="1">
            <a:off x="-574277" y="1024129"/>
            <a:ext cx="13181367" cy="6026476"/>
            <a:chOff x="-430708" y="768096"/>
            <a:chExt cx="9886025" cy="4519857"/>
          </a:xfrm>
        </p:grpSpPr>
        <p:grpSp>
          <p:nvGrpSpPr>
            <p:cNvPr id="650" name="Google Shape;650;p8"/>
            <p:cNvGrpSpPr/>
            <p:nvPr/>
          </p:nvGrpSpPr>
          <p:grpSpPr>
            <a:xfrm>
              <a:off x="-430708" y="2357450"/>
              <a:ext cx="4814575" cy="2930503"/>
              <a:chOff x="-242589" y="2357450"/>
              <a:chExt cx="4814575" cy="2930503"/>
            </a:xfrm>
          </p:grpSpPr>
          <p:grpSp>
            <p:nvGrpSpPr>
              <p:cNvPr id="651" name="Google Shape;651;p8"/>
              <p:cNvGrpSpPr/>
              <p:nvPr/>
            </p:nvGrpSpPr>
            <p:grpSpPr>
              <a:xfrm>
                <a:off x="-242589" y="2357450"/>
                <a:ext cx="4802683" cy="2930503"/>
                <a:chOff x="-230683" y="2357450"/>
                <a:chExt cx="4802683" cy="2930503"/>
              </a:xfrm>
            </p:grpSpPr>
            <p:grpSp>
              <p:nvGrpSpPr>
                <p:cNvPr id="652" name="Google Shape;652;p8"/>
                <p:cNvGrpSpPr/>
                <p:nvPr/>
              </p:nvGrpSpPr>
              <p:grpSpPr>
                <a:xfrm>
                  <a:off x="-230683" y="3466303"/>
                  <a:ext cx="3832400" cy="1821650"/>
                  <a:chOff x="-240925" y="3502150"/>
                  <a:chExt cx="3832400" cy="1821650"/>
                </a:xfrm>
              </p:grpSpPr>
              <p:sp>
                <p:nvSpPr>
                  <p:cNvPr id="653" name="Google Shape;653;p8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654" name="Google Shape;654;p8"/>
                  <p:cNvSpPr/>
                  <p:nvPr/>
                </p:nvSpPr>
                <p:spPr>
                  <a:xfrm>
                    <a:off x="-173700" y="3507450"/>
                    <a:ext cx="3765175" cy="1776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07" h="71045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8912" y="71045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1696" y="70373"/>
                        </a:lnTo>
                        <a:lnTo>
                          <a:pt x="140970" y="60960"/>
                        </a:lnTo>
                        <a:lnTo>
                          <a:pt x="150607" y="68356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655" name="Google Shape;655;p8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656" name="Google Shape;656;p8"/>
                  <p:cNvCxnSpPr/>
                  <p:nvPr/>
                </p:nvCxnSpPr>
                <p:spPr>
                  <a:xfrm flipH="1">
                    <a:off x="2005275" y="4791150"/>
                    <a:ext cx="444000" cy="47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657" name="Google Shape;657;p8"/>
                <p:cNvSpPr/>
                <p:nvPr/>
              </p:nvSpPr>
              <p:spPr>
                <a:xfrm>
                  <a:off x="-169425" y="2357450"/>
                  <a:ext cx="1122775" cy="22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1" h="89863" extrusionOk="0">
                      <a:moveTo>
                        <a:pt x="41337" y="89863"/>
                      </a:moveTo>
                      <a:lnTo>
                        <a:pt x="21714" y="57664"/>
                      </a:lnTo>
                      <a:lnTo>
                        <a:pt x="44911" y="25262"/>
                      </a:lnTo>
                      <a:lnTo>
                        <a:pt x="0" y="44514"/>
                      </a:lnTo>
                      <a:lnTo>
                        <a:pt x="3443" y="0"/>
                      </a:lnTo>
                      <a:lnTo>
                        <a:pt x="44877" y="2524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658" name="Google Shape;658;p8"/>
                <p:cNvSpPr/>
                <p:nvPr/>
              </p:nvSpPr>
              <p:spPr>
                <a:xfrm>
                  <a:off x="2878725" y="4714875"/>
                  <a:ext cx="1693275" cy="5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31" h="20743" extrusionOk="0">
                      <a:moveTo>
                        <a:pt x="0" y="20743"/>
                      </a:moveTo>
                      <a:lnTo>
                        <a:pt x="2485" y="5715"/>
                      </a:lnTo>
                      <a:lnTo>
                        <a:pt x="19177" y="11154"/>
                      </a:lnTo>
                      <a:lnTo>
                        <a:pt x="67731" y="0"/>
                      </a:lnTo>
                      <a:lnTo>
                        <a:pt x="54872" y="2000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sp>
            <p:cxnSp>
              <p:nvCxnSpPr>
                <p:cNvPr id="659" name="Google Shape;659;p8"/>
                <p:cNvCxnSpPr/>
                <p:nvPr/>
              </p:nvCxnSpPr>
              <p:spPr>
                <a:xfrm flipH="1">
                  <a:off x="2136225" y="4860075"/>
                  <a:ext cx="804000" cy="239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cxnSp>
          </p:grpSp>
          <p:grpSp>
            <p:nvGrpSpPr>
              <p:cNvPr id="660" name="Google Shape;660;p8"/>
              <p:cNvGrpSpPr/>
              <p:nvPr/>
            </p:nvGrpSpPr>
            <p:grpSpPr>
              <a:xfrm>
                <a:off x="133077" y="2972243"/>
                <a:ext cx="4438908" cy="2010675"/>
                <a:chOff x="133077" y="2972243"/>
                <a:chExt cx="4438908" cy="2010675"/>
              </a:xfrm>
            </p:grpSpPr>
            <p:sp>
              <p:nvSpPr>
                <p:cNvPr id="661" name="Google Shape;661;p8"/>
                <p:cNvSpPr/>
                <p:nvPr/>
              </p:nvSpPr>
              <p:spPr>
                <a:xfrm>
                  <a:off x="133077" y="4192997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2" name="Google Shape;662;p8"/>
                <p:cNvSpPr/>
                <p:nvPr/>
              </p:nvSpPr>
              <p:spPr>
                <a:xfrm>
                  <a:off x="342449" y="378186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3" name="Google Shape;663;p8"/>
                <p:cNvSpPr/>
                <p:nvPr/>
              </p:nvSpPr>
              <p:spPr>
                <a:xfrm>
                  <a:off x="825127" y="4578597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4" name="Google Shape;664;p8"/>
                <p:cNvSpPr/>
                <p:nvPr/>
              </p:nvSpPr>
              <p:spPr>
                <a:xfrm>
                  <a:off x="311852" y="4831422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5" name="Google Shape;665;p8"/>
                <p:cNvSpPr/>
                <p:nvPr/>
              </p:nvSpPr>
              <p:spPr>
                <a:xfrm>
                  <a:off x="1739299" y="49463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6" name="Google Shape;666;p8"/>
                <p:cNvSpPr/>
                <p:nvPr/>
              </p:nvSpPr>
              <p:spPr>
                <a:xfrm>
                  <a:off x="2418486" y="47369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7" name="Google Shape;667;p8"/>
                <p:cNvSpPr/>
                <p:nvPr/>
              </p:nvSpPr>
              <p:spPr>
                <a:xfrm>
                  <a:off x="913949" y="2972243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8" name="Google Shape;668;p8"/>
                <p:cNvSpPr/>
                <p:nvPr/>
              </p:nvSpPr>
              <p:spPr>
                <a:xfrm>
                  <a:off x="2908411" y="48434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9" name="Google Shape;669;p8"/>
                <p:cNvSpPr/>
                <p:nvPr/>
              </p:nvSpPr>
              <p:spPr>
                <a:xfrm>
                  <a:off x="4535386" y="47003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670" name="Google Shape;670;p8"/>
            <p:cNvGrpSpPr/>
            <p:nvPr/>
          </p:nvGrpSpPr>
          <p:grpSpPr>
            <a:xfrm rot="-5400000">
              <a:off x="7114128" y="1975008"/>
              <a:ext cx="3548100" cy="1134277"/>
              <a:chOff x="3277350" y="4321275"/>
              <a:chExt cx="3548100" cy="1134277"/>
            </a:xfrm>
          </p:grpSpPr>
          <p:grpSp>
            <p:nvGrpSpPr>
              <p:cNvPr id="671" name="Google Shape;671;p8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672" name="Google Shape;672;p8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673" name="Google Shape;673;p8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674" name="Google Shape;674;p8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675" name="Google Shape;675;p8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6" name="Google Shape;676;p8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7" name="Google Shape;677;p8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8" name="Google Shape;678;p8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9" name="Google Shape;679;p8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4418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9"/>
          <p:cNvGrpSpPr/>
          <p:nvPr/>
        </p:nvGrpSpPr>
        <p:grpSpPr>
          <a:xfrm rot="-1800044" flipH="1">
            <a:off x="-2260475" y="-614025"/>
            <a:ext cx="8534477" cy="6315423"/>
            <a:chOff x="-142" y="-811587"/>
            <a:chExt cx="9144284" cy="6766673"/>
          </a:xfrm>
        </p:grpSpPr>
        <p:grpSp>
          <p:nvGrpSpPr>
            <p:cNvPr id="682" name="Google Shape;682;p9"/>
            <p:cNvGrpSpPr/>
            <p:nvPr/>
          </p:nvGrpSpPr>
          <p:grpSpPr>
            <a:xfrm>
              <a:off x="-142" y="-792414"/>
              <a:ext cx="9144284" cy="6747501"/>
              <a:chOff x="514325" y="279175"/>
              <a:chExt cx="6589525" cy="4891975"/>
            </a:xfrm>
          </p:grpSpPr>
          <p:sp>
            <p:nvSpPr>
              <p:cNvPr id="683" name="Google Shape;683;p9"/>
              <p:cNvSpPr/>
              <p:nvPr/>
            </p:nvSpPr>
            <p:spPr>
              <a:xfrm>
                <a:off x="3135600" y="2115725"/>
                <a:ext cx="459775" cy="5420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21683" fill="none" extrusionOk="0">
                    <a:moveTo>
                      <a:pt x="6708" y="21683"/>
                    </a:moveTo>
                    <a:lnTo>
                      <a:pt x="1" y="6537"/>
                    </a:lnTo>
                    <a:lnTo>
                      <a:pt x="18391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4" name="Google Shape;684;p9"/>
              <p:cNvSpPr/>
              <p:nvPr/>
            </p:nvSpPr>
            <p:spPr>
              <a:xfrm>
                <a:off x="2909400" y="2110250"/>
                <a:ext cx="226225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9049" h="6756" fill="none" extrusionOk="0">
                    <a:moveTo>
                      <a:pt x="0" y="0"/>
                    </a:moveTo>
                    <a:lnTo>
                      <a:pt x="9049" y="6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5" name="Google Shape;685;p9"/>
              <p:cNvSpPr/>
              <p:nvPr/>
            </p:nvSpPr>
            <p:spPr>
              <a:xfrm>
                <a:off x="2034425" y="2752900"/>
                <a:ext cx="309150" cy="275025"/>
              </a:xfrm>
              <a:custGeom>
                <a:avLst/>
                <a:gdLst/>
                <a:ahLst/>
                <a:cxnLst/>
                <a:rect l="l" t="t" r="r" b="b"/>
                <a:pathLst>
                  <a:path w="12366" h="11001" fill="none" extrusionOk="0">
                    <a:moveTo>
                      <a:pt x="0" y="11000"/>
                    </a:moveTo>
                    <a:lnTo>
                      <a:pt x="12366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6" name="Google Shape;686;p9"/>
              <p:cNvSpPr/>
              <p:nvPr/>
            </p:nvSpPr>
            <p:spPr>
              <a:xfrm>
                <a:off x="4914850" y="2798625"/>
                <a:ext cx="400000" cy="106125"/>
              </a:xfrm>
              <a:custGeom>
                <a:avLst/>
                <a:gdLst/>
                <a:ahLst/>
                <a:cxnLst/>
                <a:rect l="l" t="t" r="r" b="b"/>
                <a:pathLst>
                  <a:path w="16000" h="4245" fill="none" extrusionOk="0">
                    <a:moveTo>
                      <a:pt x="0" y="1"/>
                    </a:moveTo>
                    <a:lnTo>
                      <a:pt x="16000" y="424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7" name="Google Shape;687;p9"/>
              <p:cNvSpPr/>
              <p:nvPr/>
            </p:nvSpPr>
            <p:spPr>
              <a:xfrm>
                <a:off x="3856950" y="4532125"/>
                <a:ext cx="400625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16025" h="4269" fill="none" extrusionOk="0">
                    <a:moveTo>
                      <a:pt x="0" y="1"/>
                    </a:moveTo>
                    <a:lnTo>
                      <a:pt x="16024" y="426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8" name="Google Shape;688;p9"/>
              <p:cNvSpPr/>
              <p:nvPr/>
            </p:nvSpPr>
            <p:spPr>
              <a:xfrm>
                <a:off x="6106900" y="2113275"/>
                <a:ext cx="269525" cy="314675"/>
              </a:xfrm>
              <a:custGeom>
                <a:avLst/>
                <a:gdLst/>
                <a:ahLst/>
                <a:cxnLst/>
                <a:rect l="l" t="t" r="r" b="b"/>
                <a:pathLst>
                  <a:path w="10781" h="12587" fill="none" extrusionOk="0">
                    <a:moveTo>
                      <a:pt x="0" y="1"/>
                    </a:moveTo>
                    <a:lnTo>
                      <a:pt x="10780" y="1258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9" name="Google Shape;689;p9"/>
              <p:cNvSpPr/>
              <p:nvPr/>
            </p:nvSpPr>
            <p:spPr>
              <a:xfrm>
                <a:off x="4110600" y="3812025"/>
                <a:ext cx="106100" cy="2421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9684" fill="none" extrusionOk="0">
                    <a:moveTo>
                      <a:pt x="4244" y="968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0" name="Google Shape;690;p9"/>
              <p:cNvSpPr/>
              <p:nvPr/>
            </p:nvSpPr>
            <p:spPr>
              <a:xfrm>
                <a:off x="2767325" y="969425"/>
                <a:ext cx="106125" cy="242075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9683" fill="none" extrusionOk="0">
                    <a:moveTo>
                      <a:pt x="4244" y="9683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1" name="Google Shape;691;p9"/>
              <p:cNvSpPr/>
              <p:nvPr/>
            </p:nvSpPr>
            <p:spPr>
              <a:xfrm>
                <a:off x="1025900" y="2897425"/>
                <a:ext cx="106125" cy="242075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9683" fill="none" extrusionOk="0">
                    <a:moveTo>
                      <a:pt x="4244" y="9683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2" name="Google Shape;692;p9"/>
              <p:cNvSpPr/>
              <p:nvPr/>
            </p:nvSpPr>
            <p:spPr>
              <a:xfrm>
                <a:off x="6180050" y="1982200"/>
                <a:ext cx="26405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10562" h="562" fill="none" extrusionOk="0">
                    <a:moveTo>
                      <a:pt x="1" y="0"/>
                    </a:moveTo>
                    <a:lnTo>
                      <a:pt x="10562" y="56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3" name="Google Shape;693;p9"/>
              <p:cNvSpPr/>
              <p:nvPr/>
            </p:nvSpPr>
            <p:spPr>
              <a:xfrm>
                <a:off x="849075" y="2874250"/>
                <a:ext cx="459775" cy="5420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21683" fill="none" extrusionOk="0">
                    <a:moveTo>
                      <a:pt x="6708" y="21683"/>
                    </a:moveTo>
                    <a:lnTo>
                      <a:pt x="1" y="6561"/>
                    </a:lnTo>
                    <a:lnTo>
                      <a:pt x="1839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4" name="Google Shape;694;p9"/>
              <p:cNvSpPr/>
              <p:nvPr/>
            </p:nvSpPr>
            <p:spPr>
              <a:xfrm>
                <a:off x="623475" y="2869375"/>
                <a:ext cx="225625" cy="168300"/>
              </a:xfrm>
              <a:custGeom>
                <a:avLst/>
                <a:gdLst/>
                <a:ahLst/>
                <a:cxnLst/>
                <a:rect l="l" t="t" r="r" b="b"/>
                <a:pathLst>
                  <a:path w="9025" h="6732" fill="none" extrusionOk="0">
                    <a:moveTo>
                      <a:pt x="0" y="0"/>
                    </a:moveTo>
                    <a:lnTo>
                      <a:pt x="9025" y="673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5" name="Google Shape;695;p9"/>
              <p:cNvSpPr/>
              <p:nvPr/>
            </p:nvSpPr>
            <p:spPr>
              <a:xfrm>
                <a:off x="4776425" y="3818725"/>
                <a:ext cx="357350" cy="610375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24415" fill="none" extrusionOk="0">
                    <a:moveTo>
                      <a:pt x="14293" y="24415"/>
                    </a:moveTo>
                    <a:lnTo>
                      <a:pt x="1" y="16074"/>
                    </a:lnTo>
                    <a:lnTo>
                      <a:pt x="11049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6" name="Google Shape;696;p9"/>
              <p:cNvSpPr/>
              <p:nvPr/>
            </p:nvSpPr>
            <p:spPr>
              <a:xfrm>
                <a:off x="4494125" y="4216275"/>
                <a:ext cx="282325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1293" h="172" fill="none" extrusionOk="0">
                    <a:moveTo>
                      <a:pt x="0" y="1"/>
                    </a:moveTo>
                    <a:lnTo>
                      <a:pt x="11293" y="17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>
                <a:off x="4321550" y="2943150"/>
                <a:ext cx="340275" cy="408550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6342" fill="none" extrusionOk="0">
                    <a:moveTo>
                      <a:pt x="5245" y="16341"/>
                    </a:moveTo>
                    <a:lnTo>
                      <a:pt x="1" y="5146"/>
                    </a:lnTo>
                    <a:lnTo>
                      <a:pt x="1361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8" name="Google Shape;698;p9"/>
              <p:cNvSpPr/>
              <p:nvPr/>
            </p:nvSpPr>
            <p:spPr>
              <a:xfrm>
                <a:off x="4150825" y="2949250"/>
                <a:ext cx="170750" cy="12257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4903" fill="none" extrusionOk="0">
                    <a:moveTo>
                      <a:pt x="1" y="0"/>
                    </a:moveTo>
                    <a:lnTo>
                      <a:pt x="6830" y="49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9" name="Google Shape;699;p9"/>
              <p:cNvSpPr/>
              <p:nvPr/>
            </p:nvSpPr>
            <p:spPr>
              <a:xfrm>
                <a:off x="6495300" y="2659625"/>
                <a:ext cx="328050" cy="615850"/>
              </a:xfrm>
              <a:custGeom>
                <a:avLst/>
                <a:gdLst/>
                <a:ahLst/>
                <a:cxnLst/>
                <a:rect l="l" t="t" r="r" b="b"/>
                <a:pathLst>
                  <a:path w="13122" h="24634" fill="none" extrusionOk="0">
                    <a:moveTo>
                      <a:pt x="13122" y="24634"/>
                    </a:moveTo>
                    <a:lnTo>
                      <a:pt x="0" y="14536"/>
                    </a:lnTo>
                    <a:lnTo>
                      <a:pt x="1300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>
                <a:off x="6216025" y="2982775"/>
                <a:ext cx="279300" cy="40275"/>
              </a:xfrm>
              <a:custGeom>
                <a:avLst/>
                <a:gdLst/>
                <a:ahLst/>
                <a:cxnLst/>
                <a:rect l="l" t="t" r="r" b="b"/>
                <a:pathLst>
                  <a:path w="11172" h="1611" fill="none" extrusionOk="0">
                    <a:moveTo>
                      <a:pt x="1" y="1"/>
                    </a:moveTo>
                    <a:lnTo>
                      <a:pt x="11171" y="161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1" name="Google Shape;701;p9"/>
              <p:cNvSpPr/>
              <p:nvPr/>
            </p:nvSpPr>
            <p:spPr>
              <a:xfrm>
                <a:off x="1889300" y="1447450"/>
                <a:ext cx="1225000" cy="1083525"/>
              </a:xfrm>
              <a:custGeom>
                <a:avLst/>
                <a:gdLst/>
                <a:ahLst/>
                <a:cxnLst/>
                <a:rect l="l" t="t" r="r" b="b"/>
                <a:pathLst>
                  <a:path w="49000" h="43341" fill="none" extrusionOk="0">
                    <a:moveTo>
                      <a:pt x="0" y="25171"/>
                    </a:moveTo>
                    <a:lnTo>
                      <a:pt x="854" y="43341"/>
                    </a:lnTo>
                    <a:lnTo>
                      <a:pt x="16683" y="32536"/>
                    </a:lnTo>
                    <a:lnTo>
                      <a:pt x="36853" y="9122"/>
                    </a:lnTo>
                    <a:lnTo>
                      <a:pt x="48999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2" name="Google Shape;702;p9"/>
              <p:cNvSpPr/>
              <p:nvPr/>
            </p:nvSpPr>
            <p:spPr>
              <a:xfrm>
                <a:off x="2246600" y="1634025"/>
                <a:ext cx="564050" cy="626850"/>
              </a:xfrm>
              <a:custGeom>
                <a:avLst/>
                <a:gdLst/>
                <a:ahLst/>
                <a:cxnLst/>
                <a:rect l="l" t="t" r="r" b="b"/>
                <a:pathLst>
                  <a:path w="22562" h="25074" fill="none" extrusionOk="0">
                    <a:moveTo>
                      <a:pt x="22561" y="1659"/>
                    </a:moveTo>
                    <a:lnTo>
                      <a:pt x="1" y="1"/>
                    </a:lnTo>
                    <a:lnTo>
                      <a:pt x="2391" y="25073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3" name="Google Shape;703;p9"/>
              <p:cNvSpPr/>
              <p:nvPr/>
            </p:nvSpPr>
            <p:spPr>
              <a:xfrm>
                <a:off x="1957600" y="1390125"/>
                <a:ext cx="289025" cy="243925"/>
              </a:xfrm>
              <a:custGeom>
                <a:avLst/>
                <a:gdLst/>
                <a:ahLst/>
                <a:cxnLst/>
                <a:rect l="l" t="t" r="r" b="b"/>
                <a:pathLst>
                  <a:path w="11561" h="9757" fill="none" extrusionOk="0">
                    <a:moveTo>
                      <a:pt x="11561" y="9757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4" name="Google Shape;704;p9"/>
              <p:cNvSpPr/>
              <p:nvPr/>
            </p:nvSpPr>
            <p:spPr>
              <a:xfrm>
                <a:off x="5493500" y="3343750"/>
                <a:ext cx="1224975" cy="1083525"/>
              </a:xfrm>
              <a:custGeom>
                <a:avLst/>
                <a:gdLst/>
                <a:ahLst/>
                <a:cxnLst/>
                <a:rect l="l" t="t" r="r" b="b"/>
                <a:pathLst>
                  <a:path w="48999" h="43341" fill="none" extrusionOk="0">
                    <a:moveTo>
                      <a:pt x="0" y="25195"/>
                    </a:moveTo>
                    <a:lnTo>
                      <a:pt x="829" y="43341"/>
                    </a:lnTo>
                    <a:lnTo>
                      <a:pt x="16658" y="32536"/>
                    </a:lnTo>
                    <a:lnTo>
                      <a:pt x="36829" y="9146"/>
                    </a:lnTo>
                    <a:lnTo>
                      <a:pt x="48999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5" name="Google Shape;705;p9"/>
              <p:cNvSpPr/>
              <p:nvPr/>
            </p:nvSpPr>
            <p:spPr>
              <a:xfrm>
                <a:off x="5850200" y="3530925"/>
                <a:ext cx="564025" cy="626225"/>
              </a:xfrm>
              <a:custGeom>
                <a:avLst/>
                <a:gdLst/>
                <a:ahLst/>
                <a:cxnLst/>
                <a:rect l="l" t="t" r="r" b="b"/>
                <a:pathLst>
                  <a:path w="22561" h="25049" fill="none" extrusionOk="0">
                    <a:moveTo>
                      <a:pt x="22561" y="1659"/>
                    </a:moveTo>
                    <a:lnTo>
                      <a:pt x="0" y="1"/>
                    </a:lnTo>
                    <a:lnTo>
                      <a:pt x="2390" y="2504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6" name="Google Shape;706;p9"/>
              <p:cNvSpPr/>
              <p:nvPr/>
            </p:nvSpPr>
            <p:spPr>
              <a:xfrm>
                <a:off x="5561175" y="3287050"/>
                <a:ext cx="289050" cy="243900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9756" fill="none" extrusionOk="0">
                    <a:moveTo>
                      <a:pt x="11561" y="975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7" name="Google Shape;707;p9"/>
              <p:cNvSpPr/>
              <p:nvPr/>
            </p:nvSpPr>
            <p:spPr>
              <a:xfrm>
                <a:off x="1692350" y="279175"/>
                <a:ext cx="953675" cy="948175"/>
              </a:xfrm>
              <a:custGeom>
                <a:avLst/>
                <a:gdLst/>
                <a:ahLst/>
                <a:cxnLst/>
                <a:rect l="l" t="t" r="r" b="b"/>
                <a:pathLst>
                  <a:path w="38147" h="37927" fill="none" extrusionOk="0">
                    <a:moveTo>
                      <a:pt x="38146" y="18074"/>
                    </a:moveTo>
                    <a:lnTo>
                      <a:pt x="7513" y="14171"/>
                    </a:lnTo>
                    <a:lnTo>
                      <a:pt x="25317" y="1"/>
                    </a:lnTo>
                    <a:lnTo>
                      <a:pt x="21610" y="30244"/>
                    </a:lnTo>
                    <a:lnTo>
                      <a:pt x="0" y="3792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8" name="Google Shape;708;p9"/>
              <p:cNvSpPr/>
              <p:nvPr/>
            </p:nvSpPr>
            <p:spPr>
              <a:xfrm>
                <a:off x="2232575" y="1035275"/>
                <a:ext cx="228675" cy="218900"/>
              </a:xfrm>
              <a:custGeom>
                <a:avLst/>
                <a:gdLst/>
                <a:ahLst/>
                <a:cxnLst/>
                <a:rect l="l" t="t" r="r" b="b"/>
                <a:pathLst>
                  <a:path w="9147" h="8756" fill="none" extrusionOk="0">
                    <a:moveTo>
                      <a:pt x="1" y="0"/>
                    </a:moveTo>
                    <a:lnTo>
                      <a:pt x="9147" y="8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9" name="Google Shape;709;p9"/>
              <p:cNvSpPr/>
              <p:nvPr/>
            </p:nvSpPr>
            <p:spPr>
              <a:xfrm>
                <a:off x="5215450" y="2346825"/>
                <a:ext cx="843900" cy="1017075"/>
              </a:xfrm>
              <a:custGeom>
                <a:avLst/>
                <a:gdLst/>
                <a:ahLst/>
                <a:cxnLst/>
                <a:rect l="l" t="t" r="r" b="b"/>
                <a:pathLst>
                  <a:path w="33756" h="40683" fill="none" extrusionOk="0">
                    <a:moveTo>
                      <a:pt x="19780" y="0"/>
                    </a:moveTo>
                    <a:lnTo>
                      <a:pt x="11390" y="29731"/>
                    </a:lnTo>
                    <a:lnTo>
                      <a:pt x="0" y="10000"/>
                    </a:lnTo>
                    <a:lnTo>
                      <a:pt x="29366" y="18146"/>
                    </a:lnTo>
                    <a:lnTo>
                      <a:pt x="33756" y="4068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0" name="Google Shape;710;p9"/>
              <p:cNvSpPr/>
              <p:nvPr/>
            </p:nvSpPr>
            <p:spPr>
              <a:xfrm>
                <a:off x="708825" y="1432825"/>
                <a:ext cx="981100" cy="910350"/>
              </a:xfrm>
              <a:custGeom>
                <a:avLst/>
                <a:gdLst/>
                <a:ahLst/>
                <a:cxnLst/>
                <a:rect l="l" t="t" r="r" b="b"/>
                <a:pathLst>
                  <a:path w="39244" h="36414" fill="none" extrusionOk="0">
                    <a:moveTo>
                      <a:pt x="39244" y="18780"/>
                    </a:moveTo>
                    <a:lnTo>
                      <a:pt x="8854" y="13146"/>
                    </a:lnTo>
                    <a:lnTo>
                      <a:pt x="27464" y="0"/>
                    </a:lnTo>
                    <a:lnTo>
                      <a:pt x="22025" y="29999"/>
                    </a:lnTo>
                    <a:lnTo>
                      <a:pt x="1" y="36414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1" name="Google Shape;711;p9"/>
              <p:cNvSpPr/>
              <p:nvPr/>
            </p:nvSpPr>
            <p:spPr>
              <a:xfrm>
                <a:off x="1259425" y="2182800"/>
                <a:ext cx="215875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8635" h="9269" fill="none" extrusionOk="0">
                    <a:moveTo>
                      <a:pt x="1" y="0"/>
                    </a:moveTo>
                    <a:lnTo>
                      <a:pt x="8635" y="92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2" name="Google Shape;712;p9"/>
              <p:cNvSpPr/>
              <p:nvPr/>
            </p:nvSpPr>
            <p:spPr>
              <a:xfrm>
                <a:off x="755175" y="704775"/>
                <a:ext cx="6301725" cy="3881025"/>
              </a:xfrm>
              <a:custGeom>
                <a:avLst/>
                <a:gdLst/>
                <a:ahLst/>
                <a:cxnLst/>
                <a:rect l="l" t="t" r="r" b="b"/>
                <a:pathLst>
                  <a:path w="252069" h="155241" fill="none" extrusionOk="0">
                    <a:moveTo>
                      <a:pt x="0" y="10001"/>
                    </a:moveTo>
                    <a:lnTo>
                      <a:pt x="12244" y="19878"/>
                    </a:lnTo>
                    <a:lnTo>
                      <a:pt x="27927" y="15440"/>
                    </a:lnTo>
                    <a:lnTo>
                      <a:pt x="50365" y="22659"/>
                    </a:lnTo>
                    <a:lnTo>
                      <a:pt x="36073" y="45366"/>
                    </a:lnTo>
                    <a:lnTo>
                      <a:pt x="13244" y="35049"/>
                    </a:lnTo>
                    <a:lnTo>
                      <a:pt x="20854" y="55292"/>
                    </a:lnTo>
                    <a:lnTo>
                      <a:pt x="13244" y="73194"/>
                    </a:lnTo>
                    <a:lnTo>
                      <a:pt x="36244" y="69341"/>
                    </a:lnTo>
                    <a:lnTo>
                      <a:pt x="56268" y="75633"/>
                    </a:lnTo>
                    <a:lnTo>
                      <a:pt x="55341" y="52878"/>
                    </a:lnTo>
                    <a:lnTo>
                      <a:pt x="78340" y="66365"/>
                    </a:lnTo>
                    <a:lnTo>
                      <a:pt x="73218" y="41585"/>
                    </a:lnTo>
                    <a:lnTo>
                      <a:pt x="71511" y="16781"/>
                    </a:lnTo>
                    <a:lnTo>
                      <a:pt x="79023" y="1"/>
                    </a:lnTo>
                    <a:lnTo>
                      <a:pt x="96803" y="14927"/>
                    </a:lnTo>
                    <a:lnTo>
                      <a:pt x="87121" y="32415"/>
                    </a:lnTo>
                    <a:lnTo>
                      <a:pt x="85852" y="46097"/>
                    </a:lnTo>
                    <a:lnTo>
                      <a:pt x="98291" y="82731"/>
                    </a:lnTo>
                    <a:lnTo>
                      <a:pt x="117754" y="80414"/>
                    </a:lnTo>
                    <a:lnTo>
                      <a:pt x="135485" y="82048"/>
                    </a:lnTo>
                    <a:lnTo>
                      <a:pt x="127437" y="103340"/>
                    </a:lnTo>
                    <a:lnTo>
                      <a:pt x="146022" y="111949"/>
                    </a:lnTo>
                    <a:lnTo>
                      <a:pt x="157778" y="95413"/>
                    </a:lnTo>
                    <a:lnTo>
                      <a:pt x="167680" y="107218"/>
                    </a:lnTo>
                    <a:lnTo>
                      <a:pt x="175119" y="116754"/>
                    </a:lnTo>
                    <a:lnTo>
                      <a:pt x="182899" y="97364"/>
                    </a:lnTo>
                    <a:lnTo>
                      <a:pt x="200289" y="93121"/>
                    </a:lnTo>
                    <a:lnTo>
                      <a:pt x="196557" y="111364"/>
                    </a:lnTo>
                    <a:lnTo>
                      <a:pt x="218581" y="110730"/>
                    </a:lnTo>
                    <a:lnTo>
                      <a:pt x="222264" y="90974"/>
                    </a:lnTo>
                    <a:lnTo>
                      <a:pt x="231532" y="109949"/>
                    </a:lnTo>
                    <a:lnTo>
                      <a:pt x="221045" y="131705"/>
                    </a:lnTo>
                    <a:lnTo>
                      <a:pt x="208142" y="122388"/>
                    </a:lnTo>
                    <a:lnTo>
                      <a:pt x="188509" y="136583"/>
                    </a:lnTo>
                    <a:lnTo>
                      <a:pt x="165851" y="129607"/>
                    </a:lnTo>
                    <a:lnTo>
                      <a:pt x="148217" y="135315"/>
                    </a:lnTo>
                    <a:lnTo>
                      <a:pt x="140266" y="151412"/>
                    </a:lnTo>
                    <a:lnTo>
                      <a:pt x="162826" y="147851"/>
                    </a:lnTo>
                    <a:lnTo>
                      <a:pt x="184899" y="155241"/>
                    </a:lnTo>
                    <a:lnTo>
                      <a:pt x="210825" y="147192"/>
                    </a:lnTo>
                    <a:lnTo>
                      <a:pt x="230874" y="154558"/>
                    </a:lnTo>
                    <a:lnTo>
                      <a:pt x="252068" y="1247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" name="Google Shape;713;p9"/>
              <p:cNvSpPr/>
              <p:nvPr/>
            </p:nvSpPr>
            <p:spPr>
              <a:xfrm>
                <a:off x="1061275" y="612725"/>
                <a:ext cx="1481700" cy="2348125"/>
              </a:xfrm>
              <a:custGeom>
                <a:avLst/>
                <a:gdLst/>
                <a:ahLst/>
                <a:cxnLst/>
                <a:rect l="l" t="t" r="r" b="b"/>
                <a:pathLst>
                  <a:path w="59268" h="93925" fill="none" extrusionOk="0">
                    <a:moveTo>
                      <a:pt x="1000" y="76876"/>
                    </a:moveTo>
                    <a:lnTo>
                      <a:pt x="22341" y="93925"/>
                    </a:lnTo>
                    <a:lnTo>
                      <a:pt x="44024" y="79315"/>
                    </a:lnTo>
                    <a:lnTo>
                      <a:pt x="23829" y="49048"/>
                    </a:lnTo>
                    <a:lnTo>
                      <a:pt x="15683" y="19122"/>
                    </a:lnTo>
                    <a:lnTo>
                      <a:pt x="46926" y="1073"/>
                    </a:lnTo>
                    <a:lnTo>
                      <a:pt x="59267" y="20463"/>
                    </a:lnTo>
                    <a:lnTo>
                      <a:pt x="38121" y="26341"/>
                    </a:lnTo>
                    <a:lnTo>
                      <a:pt x="15683" y="0"/>
                    </a:lnTo>
                    <a:lnTo>
                      <a:pt x="0" y="23560"/>
                    </a:lnTo>
                    <a:lnTo>
                      <a:pt x="1000" y="3873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" name="Google Shape;714;p9"/>
              <p:cNvSpPr/>
              <p:nvPr/>
            </p:nvSpPr>
            <p:spPr>
              <a:xfrm>
                <a:off x="648475" y="1124275"/>
                <a:ext cx="2284725" cy="2045725"/>
              </a:xfrm>
              <a:custGeom>
                <a:avLst/>
                <a:gdLst/>
                <a:ahLst/>
                <a:cxnLst/>
                <a:rect l="l" t="t" r="r" b="b"/>
                <a:pathLst>
                  <a:path w="91389" h="81829" fill="none" extrusionOk="0">
                    <a:moveTo>
                      <a:pt x="0" y="81828"/>
                    </a:moveTo>
                    <a:lnTo>
                      <a:pt x="38853" y="73463"/>
                    </a:lnTo>
                    <a:lnTo>
                      <a:pt x="40512" y="52561"/>
                    </a:lnTo>
                    <a:lnTo>
                      <a:pt x="25122" y="38512"/>
                    </a:lnTo>
                    <a:lnTo>
                      <a:pt x="40341" y="28586"/>
                    </a:lnTo>
                    <a:lnTo>
                      <a:pt x="59609" y="36098"/>
                    </a:lnTo>
                    <a:lnTo>
                      <a:pt x="54633" y="5879"/>
                    </a:lnTo>
                    <a:lnTo>
                      <a:pt x="77486" y="24805"/>
                    </a:lnTo>
                    <a:lnTo>
                      <a:pt x="91389" y="15635"/>
                    </a:lnTo>
                    <a:lnTo>
                      <a:pt x="75779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9"/>
              <p:cNvSpPr/>
              <p:nvPr/>
            </p:nvSpPr>
            <p:spPr>
              <a:xfrm>
                <a:off x="2713675" y="1857200"/>
                <a:ext cx="1227425" cy="1431075"/>
              </a:xfrm>
              <a:custGeom>
                <a:avLst/>
                <a:gdLst/>
                <a:ahLst/>
                <a:cxnLst/>
                <a:rect l="l" t="t" r="r" b="b"/>
                <a:pathLst>
                  <a:path w="49097" h="57243" fill="none" extrusionOk="0">
                    <a:moveTo>
                      <a:pt x="39414" y="34317"/>
                    </a:moveTo>
                    <a:lnTo>
                      <a:pt x="7512" y="0"/>
                    </a:lnTo>
                    <a:lnTo>
                      <a:pt x="0" y="20268"/>
                    </a:lnTo>
                    <a:lnTo>
                      <a:pt x="19951" y="36634"/>
                    </a:lnTo>
                    <a:lnTo>
                      <a:pt x="49097" y="5724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9"/>
              <p:cNvSpPr/>
              <p:nvPr/>
            </p:nvSpPr>
            <p:spPr>
              <a:xfrm>
                <a:off x="4142300" y="1921825"/>
                <a:ext cx="2723750" cy="3131050"/>
              </a:xfrm>
              <a:custGeom>
                <a:avLst/>
                <a:gdLst/>
                <a:ahLst/>
                <a:cxnLst/>
                <a:rect l="l" t="t" r="r" b="b"/>
                <a:pathLst>
                  <a:path w="108950" h="125242" fill="none" extrusionOk="0">
                    <a:moveTo>
                      <a:pt x="0" y="33366"/>
                    </a:moveTo>
                    <a:lnTo>
                      <a:pt x="22293" y="46731"/>
                    </a:lnTo>
                    <a:lnTo>
                      <a:pt x="47414" y="48682"/>
                    </a:lnTo>
                    <a:lnTo>
                      <a:pt x="32195" y="58536"/>
                    </a:lnTo>
                    <a:lnTo>
                      <a:pt x="10537" y="63267"/>
                    </a:lnTo>
                    <a:lnTo>
                      <a:pt x="30366" y="80925"/>
                    </a:lnTo>
                    <a:lnTo>
                      <a:pt x="39634" y="68072"/>
                    </a:lnTo>
                    <a:lnTo>
                      <a:pt x="53024" y="87901"/>
                    </a:lnTo>
                    <a:lnTo>
                      <a:pt x="49414" y="106559"/>
                    </a:lnTo>
                    <a:lnTo>
                      <a:pt x="29878" y="122485"/>
                    </a:lnTo>
                    <a:lnTo>
                      <a:pt x="27341" y="99169"/>
                    </a:lnTo>
                    <a:lnTo>
                      <a:pt x="12732" y="86633"/>
                    </a:lnTo>
                    <a:lnTo>
                      <a:pt x="75340" y="98510"/>
                    </a:lnTo>
                    <a:lnTo>
                      <a:pt x="76243" y="124705"/>
                    </a:lnTo>
                    <a:lnTo>
                      <a:pt x="86681" y="125241"/>
                    </a:lnTo>
                    <a:lnTo>
                      <a:pt x="85560" y="83023"/>
                    </a:lnTo>
                    <a:lnTo>
                      <a:pt x="83096" y="62048"/>
                    </a:lnTo>
                    <a:lnTo>
                      <a:pt x="76340" y="26463"/>
                    </a:lnTo>
                    <a:lnTo>
                      <a:pt x="107486" y="19366"/>
                    </a:lnTo>
                    <a:lnTo>
                      <a:pt x="108949" y="25000"/>
                    </a:lnTo>
                    <a:lnTo>
                      <a:pt x="86779" y="42292"/>
                    </a:lnTo>
                    <a:lnTo>
                      <a:pt x="64804" y="44439"/>
                    </a:lnTo>
                    <a:lnTo>
                      <a:pt x="76340" y="26463"/>
                    </a:lnTo>
                    <a:lnTo>
                      <a:pt x="106218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9"/>
              <p:cNvSpPr/>
              <p:nvPr/>
            </p:nvSpPr>
            <p:spPr>
              <a:xfrm>
                <a:off x="5133125" y="3020575"/>
                <a:ext cx="1970725" cy="1364025"/>
              </a:xfrm>
              <a:custGeom>
                <a:avLst/>
                <a:gdLst/>
                <a:ahLst/>
                <a:cxnLst/>
                <a:rect l="l" t="t" r="r" b="b"/>
                <a:pathLst>
                  <a:path w="78829" h="54561" fill="none" extrusionOk="0">
                    <a:moveTo>
                      <a:pt x="78828" y="1"/>
                    </a:moveTo>
                    <a:lnTo>
                      <a:pt x="56414" y="17317"/>
                    </a:lnTo>
                    <a:lnTo>
                      <a:pt x="71292" y="30902"/>
                    </a:lnTo>
                    <a:lnTo>
                      <a:pt x="35707" y="54560"/>
                    </a:lnTo>
                    <a:lnTo>
                      <a:pt x="33024" y="29756"/>
                    </a:lnTo>
                    <a:lnTo>
                      <a:pt x="21439" y="18732"/>
                    </a:lnTo>
                    <a:lnTo>
                      <a:pt x="1" y="2412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9"/>
              <p:cNvSpPr/>
              <p:nvPr/>
            </p:nvSpPr>
            <p:spPr>
              <a:xfrm>
                <a:off x="3948400" y="4490050"/>
                <a:ext cx="313425" cy="520750"/>
              </a:xfrm>
              <a:custGeom>
                <a:avLst/>
                <a:gdLst/>
                <a:ahLst/>
                <a:cxnLst/>
                <a:rect l="l" t="t" r="r" b="b"/>
                <a:pathLst>
                  <a:path w="12537" h="20830" fill="none" extrusionOk="0">
                    <a:moveTo>
                      <a:pt x="12537" y="1"/>
                    </a:moveTo>
                    <a:lnTo>
                      <a:pt x="0" y="2082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" name="Google Shape;719;p9"/>
              <p:cNvSpPr/>
              <p:nvPr/>
            </p:nvSpPr>
            <p:spPr>
              <a:xfrm>
                <a:off x="4261800" y="4490050"/>
                <a:ext cx="429300" cy="429900"/>
              </a:xfrm>
              <a:custGeom>
                <a:avLst/>
                <a:gdLst/>
                <a:ahLst/>
                <a:cxnLst/>
                <a:rect l="l" t="t" r="r" b="b"/>
                <a:pathLst>
                  <a:path w="17172" h="17196" fill="none" extrusionOk="0">
                    <a:moveTo>
                      <a:pt x="1" y="1"/>
                    </a:moveTo>
                    <a:lnTo>
                      <a:pt x="17171" y="1719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" name="Google Shape;720;p9"/>
              <p:cNvSpPr/>
              <p:nvPr/>
            </p:nvSpPr>
            <p:spPr>
              <a:xfrm>
                <a:off x="5377625" y="4585775"/>
                <a:ext cx="381125" cy="496375"/>
              </a:xfrm>
              <a:custGeom>
                <a:avLst/>
                <a:gdLst/>
                <a:ahLst/>
                <a:cxnLst/>
                <a:rect l="l" t="t" r="r" b="b"/>
                <a:pathLst>
                  <a:path w="15245" h="19855" fill="none" extrusionOk="0">
                    <a:moveTo>
                      <a:pt x="1" y="1"/>
                    </a:moveTo>
                    <a:lnTo>
                      <a:pt x="15245" y="19854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" name="Google Shape;721;p9"/>
              <p:cNvSpPr/>
              <p:nvPr/>
            </p:nvSpPr>
            <p:spPr>
              <a:xfrm>
                <a:off x="6320300" y="4568700"/>
                <a:ext cx="206725" cy="602450"/>
              </a:xfrm>
              <a:custGeom>
                <a:avLst/>
                <a:gdLst/>
                <a:ahLst/>
                <a:cxnLst/>
                <a:rect l="l" t="t" r="r" b="b"/>
                <a:pathLst>
                  <a:path w="8269" h="24098" fill="none" extrusionOk="0">
                    <a:moveTo>
                      <a:pt x="8269" y="1"/>
                    </a:moveTo>
                    <a:lnTo>
                      <a:pt x="0" y="2409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" name="Google Shape;722;p9"/>
              <p:cNvSpPr/>
              <p:nvPr/>
            </p:nvSpPr>
            <p:spPr>
              <a:xfrm>
                <a:off x="6527000" y="4568700"/>
                <a:ext cx="432950" cy="466500"/>
              </a:xfrm>
              <a:custGeom>
                <a:avLst/>
                <a:gdLst/>
                <a:ahLst/>
                <a:cxnLst/>
                <a:rect l="l" t="t" r="r" b="b"/>
                <a:pathLst>
                  <a:path w="17318" h="18660" fill="none" extrusionOk="0">
                    <a:moveTo>
                      <a:pt x="1" y="1"/>
                    </a:moveTo>
                    <a:lnTo>
                      <a:pt x="17317" y="1865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" name="Google Shape;723;p9"/>
              <p:cNvSpPr/>
              <p:nvPr/>
            </p:nvSpPr>
            <p:spPr>
              <a:xfrm>
                <a:off x="6281275" y="3997375"/>
                <a:ext cx="600625" cy="207950"/>
              </a:xfrm>
              <a:custGeom>
                <a:avLst/>
                <a:gdLst/>
                <a:ahLst/>
                <a:cxnLst/>
                <a:rect l="l" t="t" r="r" b="b"/>
                <a:pathLst>
                  <a:path w="24025" h="8318" fill="none" extrusionOk="0">
                    <a:moveTo>
                      <a:pt x="1" y="1"/>
                    </a:moveTo>
                    <a:lnTo>
                      <a:pt x="24024" y="831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9"/>
              <p:cNvSpPr/>
              <p:nvPr/>
            </p:nvSpPr>
            <p:spPr>
              <a:xfrm>
                <a:off x="2161850" y="2363900"/>
                <a:ext cx="1050625" cy="409150"/>
              </a:xfrm>
              <a:custGeom>
                <a:avLst/>
                <a:gdLst/>
                <a:ahLst/>
                <a:cxnLst/>
                <a:rect l="l" t="t" r="r" b="b"/>
                <a:pathLst>
                  <a:path w="42025" h="16366" fill="none" extrusionOk="0">
                    <a:moveTo>
                      <a:pt x="22073" y="0"/>
                    </a:moveTo>
                    <a:lnTo>
                      <a:pt x="1" y="9268"/>
                    </a:lnTo>
                    <a:lnTo>
                      <a:pt x="42024" y="1636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9"/>
              <p:cNvSpPr/>
              <p:nvPr/>
            </p:nvSpPr>
            <p:spPr>
              <a:xfrm>
                <a:off x="605800" y="2507175"/>
                <a:ext cx="480500" cy="27475"/>
              </a:xfrm>
              <a:custGeom>
                <a:avLst/>
                <a:gdLst/>
                <a:ahLst/>
                <a:cxnLst/>
                <a:rect l="l" t="t" r="r" b="b"/>
                <a:pathLst>
                  <a:path w="19220" h="1099" fill="none" extrusionOk="0">
                    <a:moveTo>
                      <a:pt x="19219" y="1098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9"/>
              <p:cNvSpPr/>
              <p:nvPr/>
            </p:nvSpPr>
            <p:spPr>
              <a:xfrm>
                <a:off x="514325" y="1369400"/>
                <a:ext cx="571975" cy="703050"/>
              </a:xfrm>
              <a:custGeom>
                <a:avLst/>
                <a:gdLst/>
                <a:ahLst/>
                <a:cxnLst/>
                <a:rect l="l" t="t" r="r" b="b"/>
                <a:pathLst>
                  <a:path w="22879" h="28122" fill="none" extrusionOk="0">
                    <a:moveTo>
                      <a:pt x="22878" y="8464"/>
                    </a:moveTo>
                    <a:lnTo>
                      <a:pt x="1" y="1"/>
                    </a:lnTo>
                    <a:lnTo>
                      <a:pt x="1586" y="2812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9"/>
              <p:cNvSpPr/>
              <p:nvPr/>
            </p:nvSpPr>
            <p:spPr>
              <a:xfrm>
                <a:off x="1661250" y="1744400"/>
                <a:ext cx="924400" cy="693900"/>
              </a:xfrm>
              <a:custGeom>
                <a:avLst/>
                <a:gdLst/>
                <a:ahLst/>
                <a:cxnLst/>
                <a:rect l="l" t="t" r="r" b="b"/>
                <a:pathLst>
                  <a:path w="36976" h="27756" fill="none" extrusionOk="0">
                    <a:moveTo>
                      <a:pt x="36975" y="0"/>
                    </a:moveTo>
                    <a:lnTo>
                      <a:pt x="19098" y="11293"/>
                    </a:lnTo>
                    <a:lnTo>
                      <a:pt x="1" y="27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9"/>
              <p:cNvSpPr/>
              <p:nvPr/>
            </p:nvSpPr>
            <p:spPr>
              <a:xfrm>
                <a:off x="4405700" y="3502875"/>
                <a:ext cx="54900" cy="58477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3391" fill="none" extrusionOk="0">
                    <a:moveTo>
                      <a:pt x="1" y="1"/>
                    </a:moveTo>
                    <a:lnTo>
                      <a:pt x="2196" y="2339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>
                <a:off x="3941075" y="3090100"/>
                <a:ext cx="758550" cy="198175"/>
              </a:xfrm>
              <a:custGeom>
                <a:avLst/>
                <a:gdLst/>
                <a:ahLst/>
                <a:cxnLst/>
                <a:rect l="l" t="t" r="r" b="b"/>
                <a:pathLst>
                  <a:path w="30342" h="7927" fill="none" extrusionOk="0">
                    <a:moveTo>
                      <a:pt x="30342" y="0"/>
                    </a:moveTo>
                    <a:lnTo>
                      <a:pt x="1" y="792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30" name="Google Shape;730;p9"/>
            <p:cNvGrpSpPr/>
            <p:nvPr/>
          </p:nvGrpSpPr>
          <p:grpSpPr>
            <a:xfrm>
              <a:off x="691" y="-811587"/>
              <a:ext cx="8773664" cy="6045679"/>
              <a:chOff x="514925" y="265275"/>
              <a:chExt cx="6322450" cy="4383150"/>
            </a:xfrm>
          </p:grpSpPr>
          <p:sp>
            <p:nvSpPr>
              <p:cNvPr id="731" name="Google Shape;731;p9"/>
              <p:cNvSpPr/>
              <p:nvPr/>
            </p:nvSpPr>
            <p:spPr>
              <a:xfrm>
                <a:off x="3124925" y="2269475"/>
                <a:ext cx="2167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6" extrusionOk="0">
                    <a:moveTo>
                      <a:pt x="436" y="0"/>
                    </a:moveTo>
                    <a:cubicBezTo>
                      <a:pt x="214" y="0"/>
                      <a:pt x="1" y="203"/>
                      <a:pt x="38" y="460"/>
                    </a:cubicBezTo>
                    <a:cubicBezTo>
                      <a:pt x="82" y="668"/>
                      <a:pt x="262" y="785"/>
                      <a:pt x="440" y="785"/>
                    </a:cubicBezTo>
                    <a:cubicBezTo>
                      <a:pt x="554" y="785"/>
                      <a:pt x="668" y="736"/>
                      <a:pt x="745" y="631"/>
                    </a:cubicBezTo>
                    <a:cubicBezTo>
                      <a:pt x="867" y="436"/>
                      <a:pt x="818" y="192"/>
                      <a:pt x="647" y="70"/>
                    </a:cubicBezTo>
                    <a:cubicBezTo>
                      <a:pt x="582" y="22"/>
                      <a:pt x="508" y="0"/>
                      <a:pt x="4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9"/>
              <p:cNvSpPr/>
              <p:nvPr/>
            </p:nvSpPr>
            <p:spPr>
              <a:xfrm>
                <a:off x="3577675" y="2099825"/>
                <a:ext cx="3600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89" extrusionOk="0">
                    <a:moveTo>
                      <a:pt x="696" y="0"/>
                    </a:moveTo>
                    <a:cubicBezTo>
                      <a:pt x="324" y="0"/>
                      <a:pt x="1" y="338"/>
                      <a:pt x="74" y="758"/>
                    </a:cubicBezTo>
                    <a:cubicBezTo>
                      <a:pt x="132" y="1093"/>
                      <a:pt x="416" y="1289"/>
                      <a:pt x="703" y="1289"/>
                    </a:cubicBezTo>
                    <a:cubicBezTo>
                      <a:pt x="897" y="1289"/>
                      <a:pt x="1092" y="1199"/>
                      <a:pt x="1220" y="1002"/>
                    </a:cubicBezTo>
                    <a:cubicBezTo>
                      <a:pt x="1440" y="710"/>
                      <a:pt x="1366" y="319"/>
                      <a:pt x="1074" y="124"/>
                    </a:cubicBezTo>
                    <a:cubicBezTo>
                      <a:pt x="951" y="39"/>
                      <a:pt x="82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9"/>
              <p:cNvSpPr/>
              <p:nvPr/>
            </p:nvSpPr>
            <p:spPr>
              <a:xfrm>
                <a:off x="3292625" y="2648125"/>
                <a:ext cx="21675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5" extrusionOk="0">
                    <a:moveTo>
                      <a:pt x="425" y="0"/>
                    </a:moveTo>
                    <a:cubicBezTo>
                      <a:pt x="199" y="0"/>
                      <a:pt x="0" y="203"/>
                      <a:pt x="37" y="460"/>
                    </a:cubicBezTo>
                    <a:cubicBezTo>
                      <a:pt x="81" y="668"/>
                      <a:pt x="261" y="785"/>
                      <a:pt x="439" y="785"/>
                    </a:cubicBezTo>
                    <a:cubicBezTo>
                      <a:pt x="554" y="785"/>
                      <a:pt x="668" y="736"/>
                      <a:pt x="744" y="631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8" y="0"/>
                      <a:pt x="4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9"/>
              <p:cNvSpPr/>
              <p:nvPr/>
            </p:nvSpPr>
            <p:spPr>
              <a:xfrm>
                <a:off x="2890625" y="2093225"/>
                <a:ext cx="389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1392" extrusionOk="0">
                    <a:moveTo>
                      <a:pt x="779" y="1"/>
                    </a:moveTo>
                    <a:cubicBezTo>
                      <a:pt x="371" y="1"/>
                      <a:pt x="0" y="365"/>
                      <a:pt x="93" y="827"/>
                    </a:cubicBezTo>
                    <a:cubicBezTo>
                      <a:pt x="152" y="1180"/>
                      <a:pt x="458" y="1391"/>
                      <a:pt x="773" y="1391"/>
                    </a:cubicBezTo>
                    <a:cubicBezTo>
                      <a:pt x="980" y="1391"/>
                      <a:pt x="1191" y="1299"/>
                      <a:pt x="1337" y="1096"/>
                    </a:cubicBezTo>
                    <a:cubicBezTo>
                      <a:pt x="1556" y="779"/>
                      <a:pt x="1483" y="340"/>
                      <a:pt x="1166" y="120"/>
                    </a:cubicBezTo>
                    <a:cubicBezTo>
                      <a:pt x="1042" y="38"/>
                      <a:pt x="909" y="1"/>
                      <a:pt x="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5" name="Google Shape;735;p9"/>
              <p:cNvSpPr/>
              <p:nvPr/>
            </p:nvSpPr>
            <p:spPr>
              <a:xfrm>
                <a:off x="2331350" y="2743125"/>
                <a:ext cx="23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779" extrusionOk="0">
                    <a:moveTo>
                      <a:pt x="500" y="0"/>
                    </a:moveTo>
                    <a:cubicBezTo>
                      <a:pt x="440" y="0"/>
                      <a:pt x="377" y="16"/>
                      <a:pt x="318" y="50"/>
                    </a:cubicBezTo>
                    <a:cubicBezTo>
                      <a:pt x="1" y="221"/>
                      <a:pt x="50" y="660"/>
                      <a:pt x="391" y="758"/>
                    </a:cubicBezTo>
                    <a:cubicBezTo>
                      <a:pt x="430" y="772"/>
                      <a:pt x="470" y="779"/>
                      <a:pt x="510" y="779"/>
                    </a:cubicBezTo>
                    <a:cubicBezTo>
                      <a:pt x="667" y="779"/>
                      <a:pt x="816" y="670"/>
                      <a:pt x="855" y="514"/>
                    </a:cubicBezTo>
                    <a:cubicBezTo>
                      <a:pt x="952" y="241"/>
                      <a:pt x="739" y="0"/>
                      <a:pt x="5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6" name="Google Shape;736;p9"/>
              <p:cNvSpPr/>
              <p:nvPr/>
            </p:nvSpPr>
            <p:spPr>
              <a:xfrm>
                <a:off x="2023450" y="3017650"/>
                <a:ext cx="2370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812" extrusionOk="0">
                    <a:moveTo>
                      <a:pt x="439" y="0"/>
                    </a:moveTo>
                    <a:cubicBezTo>
                      <a:pt x="278" y="0"/>
                      <a:pt x="121" y="93"/>
                      <a:pt x="73" y="313"/>
                    </a:cubicBezTo>
                    <a:cubicBezTo>
                      <a:pt x="0" y="508"/>
                      <a:pt x="122" y="727"/>
                      <a:pt x="342" y="801"/>
                    </a:cubicBezTo>
                    <a:cubicBezTo>
                      <a:pt x="371" y="808"/>
                      <a:pt x="400" y="811"/>
                      <a:pt x="430" y="811"/>
                    </a:cubicBezTo>
                    <a:cubicBezTo>
                      <a:pt x="599" y="811"/>
                      <a:pt x="767" y="698"/>
                      <a:pt x="829" y="532"/>
                    </a:cubicBezTo>
                    <a:cubicBezTo>
                      <a:pt x="948" y="221"/>
                      <a:pt x="689" y="0"/>
                      <a:pt x="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7" name="Google Shape;737;p9"/>
              <p:cNvSpPr/>
              <p:nvPr/>
            </p:nvSpPr>
            <p:spPr>
              <a:xfrm>
                <a:off x="5303750" y="2894950"/>
                <a:ext cx="2330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32" h="793" extrusionOk="0">
                    <a:moveTo>
                      <a:pt x="447" y="0"/>
                    </a:moveTo>
                    <a:cubicBezTo>
                      <a:pt x="202" y="0"/>
                      <a:pt x="0" y="241"/>
                      <a:pt x="78" y="514"/>
                    </a:cubicBezTo>
                    <a:cubicBezTo>
                      <a:pt x="120" y="680"/>
                      <a:pt x="285" y="793"/>
                      <a:pt x="468" y="793"/>
                    </a:cubicBezTo>
                    <a:cubicBezTo>
                      <a:pt x="500" y="793"/>
                      <a:pt x="533" y="789"/>
                      <a:pt x="566" y="782"/>
                    </a:cubicBezTo>
                    <a:cubicBezTo>
                      <a:pt x="883" y="660"/>
                      <a:pt x="932" y="221"/>
                      <a:pt x="639" y="50"/>
                    </a:cubicBezTo>
                    <a:cubicBezTo>
                      <a:pt x="575" y="16"/>
                      <a:pt x="510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8" name="Google Shape;738;p9"/>
              <p:cNvSpPr/>
              <p:nvPr/>
            </p:nvSpPr>
            <p:spPr>
              <a:xfrm>
                <a:off x="4903150" y="2788850"/>
                <a:ext cx="2330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780" extrusionOk="0">
                    <a:moveTo>
                      <a:pt x="447" y="0"/>
                    </a:moveTo>
                    <a:cubicBezTo>
                      <a:pt x="202" y="0"/>
                      <a:pt x="0" y="242"/>
                      <a:pt x="78" y="514"/>
                    </a:cubicBezTo>
                    <a:cubicBezTo>
                      <a:pt x="136" y="670"/>
                      <a:pt x="273" y="779"/>
                      <a:pt x="438" y="779"/>
                    </a:cubicBezTo>
                    <a:cubicBezTo>
                      <a:pt x="479" y="779"/>
                      <a:pt x="522" y="772"/>
                      <a:pt x="566" y="758"/>
                    </a:cubicBezTo>
                    <a:cubicBezTo>
                      <a:pt x="907" y="660"/>
                      <a:pt x="932" y="221"/>
                      <a:pt x="639" y="50"/>
                    </a:cubicBezTo>
                    <a:cubicBezTo>
                      <a:pt x="575" y="16"/>
                      <a:pt x="509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9" name="Google Shape;739;p9"/>
              <p:cNvSpPr/>
              <p:nvPr/>
            </p:nvSpPr>
            <p:spPr>
              <a:xfrm>
                <a:off x="4246575" y="4628675"/>
                <a:ext cx="233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0" extrusionOk="0">
                    <a:moveTo>
                      <a:pt x="430" y="0"/>
                    </a:moveTo>
                    <a:cubicBezTo>
                      <a:pt x="393" y="0"/>
                      <a:pt x="356" y="6"/>
                      <a:pt x="317" y="17"/>
                    </a:cubicBezTo>
                    <a:cubicBezTo>
                      <a:pt x="122" y="90"/>
                      <a:pt x="0" y="309"/>
                      <a:pt x="49" y="504"/>
                    </a:cubicBezTo>
                    <a:cubicBezTo>
                      <a:pt x="102" y="691"/>
                      <a:pt x="264" y="790"/>
                      <a:pt x="429" y="790"/>
                    </a:cubicBezTo>
                    <a:cubicBezTo>
                      <a:pt x="565" y="790"/>
                      <a:pt x="703" y="721"/>
                      <a:pt x="781" y="578"/>
                    </a:cubicBezTo>
                    <a:cubicBezTo>
                      <a:pt x="932" y="318"/>
                      <a:pt x="719" y="0"/>
                      <a:pt x="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0" name="Google Shape;740;p9"/>
              <p:cNvSpPr/>
              <p:nvPr/>
            </p:nvSpPr>
            <p:spPr>
              <a:xfrm>
                <a:off x="3845850" y="4522350"/>
                <a:ext cx="239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57" h="793" extrusionOk="0">
                    <a:moveTo>
                      <a:pt x="457" y="0"/>
                    </a:moveTo>
                    <a:cubicBezTo>
                      <a:pt x="217" y="0"/>
                      <a:pt x="0" y="241"/>
                      <a:pt x="78" y="514"/>
                    </a:cubicBezTo>
                    <a:cubicBezTo>
                      <a:pt x="140" y="680"/>
                      <a:pt x="309" y="793"/>
                      <a:pt x="478" y="793"/>
                    </a:cubicBezTo>
                    <a:cubicBezTo>
                      <a:pt x="507" y="793"/>
                      <a:pt x="537" y="789"/>
                      <a:pt x="566" y="782"/>
                    </a:cubicBezTo>
                    <a:cubicBezTo>
                      <a:pt x="907" y="684"/>
                      <a:pt x="956" y="221"/>
                      <a:pt x="639" y="50"/>
                    </a:cubicBezTo>
                    <a:cubicBezTo>
                      <a:pt x="580" y="16"/>
                      <a:pt x="518" y="0"/>
                      <a:pt x="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1" name="Google Shape;741;p9"/>
              <p:cNvSpPr/>
              <p:nvPr/>
            </p:nvSpPr>
            <p:spPr>
              <a:xfrm>
                <a:off x="6364650" y="2417850"/>
                <a:ext cx="2397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959" h="784" extrusionOk="0">
                    <a:moveTo>
                      <a:pt x="482" y="0"/>
                    </a:moveTo>
                    <a:cubicBezTo>
                      <a:pt x="303" y="0"/>
                      <a:pt x="141" y="99"/>
                      <a:pt x="80" y="281"/>
                    </a:cubicBezTo>
                    <a:cubicBezTo>
                      <a:pt x="0" y="540"/>
                      <a:pt x="214" y="783"/>
                      <a:pt x="468" y="783"/>
                    </a:cubicBezTo>
                    <a:cubicBezTo>
                      <a:pt x="525" y="783"/>
                      <a:pt x="583" y="771"/>
                      <a:pt x="641" y="744"/>
                    </a:cubicBezTo>
                    <a:cubicBezTo>
                      <a:pt x="958" y="574"/>
                      <a:pt x="909" y="135"/>
                      <a:pt x="592" y="13"/>
                    </a:cubicBezTo>
                    <a:cubicBezTo>
                      <a:pt x="555" y="5"/>
                      <a:pt x="518" y="0"/>
                      <a:pt x="4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2" name="Google Shape;742;p9"/>
              <p:cNvSpPr/>
              <p:nvPr/>
            </p:nvSpPr>
            <p:spPr>
              <a:xfrm>
                <a:off x="6096525" y="2103225"/>
                <a:ext cx="2470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784" extrusionOk="0">
                    <a:moveTo>
                      <a:pt x="451" y="0"/>
                    </a:moveTo>
                    <a:cubicBezTo>
                      <a:pt x="272" y="0"/>
                      <a:pt x="110" y="99"/>
                      <a:pt x="49" y="281"/>
                    </a:cubicBezTo>
                    <a:cubicBezTo>
                      <a:pt x="0" y="476"/>
                      <a:pt x="98" y="696"/>
                      <a:pt x="318" y="769"/>
                    </a:cubicBezTo>
                    <a:cubicBezTo>
                      <a:pt x="355" y="779"/>
                      <a:pt x="391" y="783"/>
                      <a:pt x="426" y="783"/>
                    </a:cubicBezTo>
                    <a:cubicBezTo>
                      <a:pt x="816" y="783"/>
                      <a:pt x="987" y="192"/>
                      <a:pt x="561" y="13"/>
                    </a:cubicBezTo>
                    <a:cubicBezTo>
                      <a:pt x="524" y="4"/>
                      <a:pt x="487" y="0"/>
                      <a:pt x="4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4086375" y="3790050"/>
                <a:ext cx="49250" cy="4452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781" extrusionOk="0">
                    <a:moveTo>
                      <a:pt x="968" y="1"/>
                    </a:moveTo>
                    <a:cubicBezTo>
                      <a:pt x="464" y="1"/>
                      <a:pt x="0" y="451"/>
                      <a:pt x="91" y="1050"/>
                    </a:cubicBezTo>
                    <a:cubicBezTo>
                      <a:pt x="178" y="1515"/>
                      <a:pt x="577" y="1781"/>
                      <a:pt x="978" y="1781"/>
                    </a:cubicBezTo>
                    <a:cubicBezTo>
                      <a:pt x="1250" y="1781"/>
                      <a:pt x="1523" y="1658"/>
                      <a:pt x="1701" y="1392"/>
                    </a:cubicBezTo>
                    <a:cubicBezTo>
                      <a:pt x="1969" y="977"/>
                      <a:pt x="1872" y="440"/>
                      <a:pt x="1481" y="172"/>
                    </a:cubicBezTo>
                    <a:cubicBezTo>
                      <a:pt x="1319" y="54"/>
                      <a:pt x="1141" y="1"/>
                      <a:pt x="9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4" name="Google Shape;744;p9"/>
              <p:cNvSpPr/>
              <p:nvPr/>
            </p:nvSpPr>
            <p:spPr>
              <a:xfrm>
                <a:off x="4192000" y="4031600"/>
                <a:ext cx="49700" cy="44575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783" extrusionOk="0">
                    <a:moveTo>
                      <a:pt x="983" y="0"/>
                    </a:moveTo>
                    <a:cubicBezTo>
                      <a:pt x="465" y="0"/>
                      <a:pt x="0" y="462"/>
                      <a:pt x="110" y="1046"/>
                    </a:cubicBezTo>
                    <a:cubicBezTo>
                      <a:pt x="198" y="1516"/>
                      <a:pt x="595" y="1782"/>
                      <a:pt x="998" y="1782"/>
                    </a:cubicBezTo>
                    <a:cubicBezTo>
                      <a:pt x="1265" y="1782"/>
                      <a:pt x="1535" y="1665"/>
                      <a:pt x="1720" y="1412"/>
                    </a:cubicBezTo>
                    <a:cubicBezTo>
                      <a:pt x="1988" y="998"/>
                      <a:pt x="1890" y="437"/>
                      <a:pt x="1500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5" name="Google Shape;745;p9"/>
              <p:cNvSpPr/>
              <p:nvPr/>
            </p:nvSpPr>
            <p:spPr>
              <a:xfrm>
                <a:off x="2743075" y="947275"/>
                <a:ext cx="498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788" extrusionOk="0">
                    <a:moveTo>
                      <a:pt x="986" y="0"/>
                    </a:moveTo>
                    <a:cubicBezTo>
                      <a:pt x="468" y="0"/>
                      <a:pt x="0" y="466"/>
                      <a:pt x="93" y="1057"/>
                    </a:cubicBezTo>
                    <a:cubicBezTo>
                      <a:pt x="180" y="1521"/>
                      <a:pt x="569" y="1787"/>
                      <a:pt x="968" y="1787"/>
                    </a:cubicBezTo>
                    <a:cubicBezTo>
                      <a:pt x="1240" y="1787"/>
                      <a:pt x="1515" y="1665"/>
                      <a:pt x="1702" y="1398"/>
                    </a:cubicBezTo>
                    <a:cubicBezTo>
                      <a:pt x="1995" y="1008"/>
                      <a:pt x="1873" y="447"/>
                      <a:pt x="1483" y="154"/>
                    </a:cubicBezTo>
                    <a:cubicBezTo>
                      <a:pt x="1323" y="48"/>
                      <a:pt x="1152" y="0"/>
                      <a:pt x="9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6" name="Google Shape;746;p9"/>
              <p:cNvSpPr/>
              <p:nvPr/>
            </p:nvSpPr>
            <p:spPr>
              <a:xfrm>
                <a:off x="2848725" y="1189600"/>
                <a:ext cx="49725" cy="44425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777" extrusionOk="0">
                    <a:moveTo>
                      <a:pt x="983" y="0"/>
                    </a:moveTo>
                    <a:cubicBezTo>
                      <a:pt x="466" y="0"/>
                      <a:pt x="1" y="462"/>
                      <a:pt x="110" y="1046"/>
                    </a:cubicBezTo>
                    <a:cubicBezTo>
                      <a:pt x="197" y="1511"/>
                      <a:pt x="596" y="1777"/>
                      <a:pt x="997" y="1777"/>
                    </a:cubicBezTo>
                    <a:cubicBezTo>
                      <a:pt x="1269" y="1777"/>
                      <a:pt x="1542" y="1654"/>
                      <a:pt x="1720" y="1388"/>
                    </a:cubicBezTo>
                    <a:cubicBezTo>
                      <a:pt x="1988" y="998"/>
                      <a:pt x="1891" y="437"/>
                      <a:pt x="1501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7" name="Google Shape;747;p9"/>
              <p:cNvSpPr/>
              <p:nvPr/>
            </p:nvSpPr>
            <p:spPr>
              <a:xfrm>
                <a:off x="1001825" y="2874925"/>
                <a:ext cx="49700" cy="44575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783" extrusionOk="0">
                    <a:moveTo>
                      <a:pt x="972" y="0"/>
                    </a:moveTo>
                    <a:cubicBezTo>
                      <a:pt x="465" y="0"/>
                      <a:pt x="0" y="462"/>
                      <a:pt x="110" y="1046"/>
                    </a:cubicBezTo>
                    <a:cubicBezTo>
                      <a:pt x="183" y="1516"/>
                      <a:pt x="583" y="1782"/>
                      <a:pt x="985" y="1782"/>
                    </a:cubicBezTo>
                    <a:cubicBezTo>
                      <a:pt x="1252" y="1782"/>
                      <a:pt x="1520" y="1665"/>
                      <a:pt x="1695" y="1412"/>
                    </a:cubicBezTo>
                    <a:cubicBezTo>
                      <a:pt x="1988" y="998"/>
                      <a:pt x="1890" y="437"/>
                      <a:pt x="1476" y="168"/>
                    </a:cubicBezTo>
                    <a:cubicBezTo>
                      <a:pt x="1317" y="52"/>
                      <a:pt x="1142" y="0"/>
                      <a:pt x="9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1107300" y="3117600"/>
                <a:ext cx="49725" cy="44425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777" extrusionOk="0">
                    <a:moveTo>
                      <a:pt x="983" y="0"/>
                    </a:moveTo>
                    <a:cubicBezTo>
                      <a:pt x="466" y="0"/>
                      <a:pt x="1" y="462"/>
                      <a:pt x="110" y="1046"/>
                    </a:cubicBezTo>
                    <a:cubicBezTo>
                      <a:pt x="197" y="1511"/>
                      <a:pt x="596" y="1777"/>
                      <a:pt x="997" y="1777"/>
                    </a:cubicBezTo>
                    <a:cubicBezTo>
                      <a:pt x="1269" y="1777"/>
                      <a:pt x="1542" y="1654"/>
                      <a:pt x="1720" y="1388"/>
                    </a:cubicBezTo>
                    <a:cubicBezTo>
                      <a:pt x="1988" y="973"/>
                      <a:pt x="1891" y="437"/>
                      <a:pt x="1501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9" name="Google Shape;749;p9"/>
              <p:cNvSpPr/>
              <p:nvPr/>
            </p:nvSpPr>
            <p:spPr>
              <a:xfrm>
                <a:off x="6416000" y="1973775"/>
                <a:ext cx="56150" cy="44500"/>
              </a:xfrm>
              <a:custGeom>
                <a:avLst/>
                <a:gdLst/>
                <a:ahLst/>
                <a:cxnLst/>
                <a:rect l="l" t="t" r="r" b="b"/>
                <a:pathLst>
                  <a:path w="2246" h="1780" extrusionOk="0">
                    <a:moveTo>
                      <a:pt x="1097" y="1"/>
                    </a:moveTo>
                    <a:cubicBezTo>
                      <a:pt x="466" y="1"/>
                      <a:pt x="1" y="713"/>
                      <a:pt x="343" y="1313"/>
                    </a:cubicBezTo>
                    <a:cubicBezTo>
                      <a:pt x="495" y="1616"/>
                      <a:pt x="797" y="1779"/>
                      <a:pt x="1115" y="1779"/>
                    </a:cubicBezTo>
                    <a:cubicBezTo>
                      <a:pt x="1257" y="1779"/>
                      <a:pt x="1402" y="1747"/>
                      <a:pt x="1538" y="1679"/>
                    </a:cubicBezTo>
                    <a:cubicBezTo>
                      <a:pt x="2246" y="1288"/>
                      <a:pt x="2124" y="264"/>
                      <a:pt x="1368" y="45"/>
                    </a:cubicBezTo>
                    <a:cubicBezTo>
                      <a:pt x="1275" y="15"/>
                      <a:pt x="1184" y="1"/>
                      <a:pt x="1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0" name="Google Shape;750;p9"/>
              <p:cNvSpPr/>
              <p:nvPr/>
            </p:nvSpPr>
            <p:spPr>
              <a:xfrm>
                <a:off x="6152475" y="1959900"/>
                <a:ext cx="55650" cy="44625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1785" extrusionOk="0">
                    <a:moveTo>
                      <a:pt x="1089" y="1"/>
                    </a:moveTo>
                    <a:cubicBezTo>
                      <a:pt x="457" y="1"/>
                      <a:pt x="0" y="682"/>
                      <a:pt x="323" y="1307"/>
                    </a:cubicBezTo>
                    <a:cubicBezTo>
                      <a:pt x="491" y="1609"/>
                      <a:pt x="798" y="1784"/>
                      <a:pt x="1116" y="1784"/>
                    </a:cubicBezTo>
                    <a:cubicBezTo>
                      <a:pt x="1260" y="1784"/>
                      <a:pt x="1406" y="1749"/>
                      <a:pt x="1543" y="1673"/>
                    </a:cubicBezTo>
                    <a:cubicBezTo>
                      <a:pt x="2226" y="1282"/>
                      <a:pt x="2104" y="258"/>
                      <a:pt x="1348" y="39"/>
                    </a:cubicBezTo>
                    <a:cubicBezTo>
                      <a:pt x="1259" y="13"/>
                      <a:pt x="1172" y="1"/>
                      <a:pt x="10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838100" y="3028025"/>
                <a:ext cx="219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95" extrusionOk="0">
                    <a:moveTo>
                      <a:pt x="445" y="1"/>
                    </a:moveTo>
                    <a:cubicBezTo>
                      <a:pt x="322" y="1"/>
                      <a:pt x="198" y="60"/>
                      <a:pt x="122" y="166"/>
                    </a:cubicBezTo>
                    <a:cubicBezTo>
                      <a:pt x="0" y="361"/>
                      <a:pt x="49" y="605"/>
                      <a:pt x="220" y="727"/>
                    </a:cubicBezTo>
                    <a:cubicBezTo>
                      <a:pt x="284" y="773"/>
                      <a:pt x="359" y="795"/>
                      <a:pt x="434" y="795"/>
                    </a:cubicBezTo>
                    <a:cubicBezTo>
                      <a:pt x="557" y="795"/>
                      <a:pt x="681" y="736"/>
                      <a:pt x="757" y="630"/>
                    </a:cubicBezTo>
                    <a:cubicBezTo>
                      <a:pt x="879" y="434"/>
                      <a:pt x="854" y="191"/>
                      <a:pt x="659" y="69"/>
                    </a:cubicBezTo>
                    <a:cubicBezTo>
                      <a:pt x="595" y="23"/>
                      <a:pt x="520" y="1"/>
                      <a:pt x="4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1291150" y="2858350"/>
                <a:ext cx="3600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89" extrusionOk="0">
                    <a:moveTo>
                      <a:pt x="706" y="0"/>
                    </a:moveTo>
                    <a:cubicBezTo>
                      <a:pt x="337" y="0"/>
                      <a:pt x="0" y="338"/>
                      <a:pt x="73" y="758"/>
                    </a:cubicBezTo>
                    <a:cubicBezTo>
                      <a:pt x="131" y="1093"/>
                      <a:pt x="415" y="1289"/>
                      <a:pt x="702" y="1289"/>
                    </a:cubicBezTo>
                    <a:cubicBezTo>
                      <a:pt x="896" y="1289"/>
                      <a:pt x="1092" y="1199"/>
                      <a:pt x="1220" y="1002"/>
                    </a:cubicBezTo>
                    <a:cubicBezTo>
                      <a:pt x="1439" y="709"/>
                      <a:pt x="1366" y="319"/>
                      <a:pt x="1073" y="124"/>
                    </a:cubicBezTo>
                    <a:cubicBezTo>
                      <a:pt x="957" y="38"/>
                      <a:pt x="830" y="0"/>
                      <a:pt x="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3" name="Google Shape;753;p9"/>
              <p:cNvSpPr/>
              <p:nvPr/>
            </p:nvSpPr>
            <p:spPr>
              <a:xfrm>
                <a:off x="1006075" y="3407000"/>
                <a:ext cx="216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90" extrusionOk="0">
                    <a:moveTo>
                      <a:pt x="430" y="0"/>
                    </a:moveTo>
                    <a:cubicBezTo>
                      <a:pt x="210" y="0"/>
                      <a:pt x="1" y="215"/>
                      <a:pt x="37" y="470"/>
                    </a:cubicBezTo>
                    <a:cubicBezTo>
                      <a:pt x="81" y="673"/>
                      <a:pt x="254" y="790"/>
                      <a:pt x="427" y="790"/>
                    </a:cubicBezTo>
                    <a:cubicBezTo>
                      <a:pt x="546" y="790"/>
                      <a:pt x="666" y="735"/>
                      <a:pt x="745" y="616"/>
                    </a:cubicBezTo>
                    <a:cubicBezTo>
                      <a:pt x="867" y="446"/>
                      <a:pt x="818" y="202"/>
                      <a:pt x="647" y="80"/>
                    </a:cubicBezTo>
                    <a:cubicBezTo>
                      <a:pt x="580" y="25"/>
                      <a:pt x="504" y="0"/>
                      <a:pt x="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603950" y="2851575"/>
                <a:ext cx="3905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400" extrusionOk="0">
                    <a:moveTo>
                      <a:pt x="769" y="1"/>
                    </a:moveTo>
                    <a:cubicBezTo>
                      <a:pt x="551" y="1"/>
                      <a:pt x="340" y="103"/>
                      <a:pt x="220" y="297"/>
                    </a:cubicBezTo>
                    <a:cubicBezTo>
                      <a:pt x="1" y="615"/>
                      <a:pt x="74" y="1054"/>
                      <a:pt x="391" y="1273"/>
                    </a:cubicBezTo>
                    <a:cubicBezTo>
                      <a:pt x="504" y="1358"/>
                      <a:pt x="640" y="1399"/>
                      <a:pt x="776" y="1399"/>
                    </a:cubicBezTo>
                    <a:cubicBezTo>
                      <a:pt x="991" y="1399"/>
                      <a:pt x="1208" y="1297"/>
                      <a:pt x="1342" y="1102"/>
                    </a:cubicBezTo>
                    <a:cubicBezTo>
                      <a:pt x="1562" y="785"/>
                      <a:pt x="1489" y="346"/>
                      <a:pt x="1172" y="127"/>
                    </a:cubicBezTo>
                    <a:cubicBezTo>
                      <a:pt x="1049" y="42"/>
                      <a:pt x="907" y="1"/>
                      <a:pt x="7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4762375" y="4210775"/>
                <a:ext cx="23825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787" extrusionOk="0">
                    <a:moveTo>
                      <a:pt x="539" y="1"/>
                    </a:moveTo>
                    <a:cubicBezTo>
                      <a:pt x="1" y="1"/>
                      <a:pt x="8" y="786"/>
                      <a:pt x="498" y="786"/>
                    </a:cubicBezTo>
                    <a:cubicBezTo>
                      <a:pt x="519" y="786"/>
                      <a:pt x="540" y="785"/>
                      <a:pt x="563" y="782"/>
                    </a:cubicBezTo>
                    <a:cubicBezTo>
                      <a:pt x="782" y="782"/>
                      <a:pt x="953" y="611"/>
                      <a:pt x="953" y="392"/>
                    </a:cubicBezTo>
                    <a:cubicBezTo>
                      <a:pt x="953" y="172"/>
                      <a:pt x="758" y="1"/>
                      <a:pt x="563" y="1"/>
                    </a:cubicBezTo>
                    <a:cubicBezTo>
                      <a:pt x="555" y="1"/>
                      <a:pt x="547" y="1"/>
                      <a:pt x="5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5031300" y="3802875"/>
                <a:ext cx="3765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1288" extrusionOk="0">
                    <a:moveTo>
                      <a:pt x="854" y="1"/>
                    </a:moveTo>
                    <a:cubicBezTo>
                      <a:pt x="269" y="1"/>
                      <a:pt x="1" y="708"/>
                      <a:pt x="415" y="1098"/>
                    </a:cubicBezTo>
                    <a:cubicBezTo>
                      <a:pt x="547" y="1230"/>
                      <a:pt x="705" y="1287"/>
                      <a:pt x="859" y="1287"/>
                    </a:cubicBezTo>
                    <a:cubicBezTo>
                      <a:pt x="1192" y="1287"/>
                      <a:pt x="1505" y="1018"/>
                      <a:pt x="1488" y="635"/>
                    </a:cubicBezTo>
                    <a:cubicBezTo>
                      <a:pt x="1488" y="269"/>
                      <a:pt x="1196" y="1"/>
                      <a:pt x="8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5120925" y="4419325"/>
                <a:ext cx="230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21" h="793" extrusionOk="0">
                    <a:moveTo>
                      <a:pt x="513" y="1"/>
                    </a:moveTo>
                    <a:cubicBezTo>
                      <a:pt x="172" y="25"/>
                      <a:pt x="1" y="440"/>
                      <a:pt x="245" y="683"/>
                    </a:cubicBezTo>
                    <a:cubicBezTo>
                      <a:pt x="328" y="759"/>
                      <a:pt x="425" y="792"/>
                      <a:pt x="519" y="792"/>
                    </a:cubicBezTo>
                    <a:cubicBezTo>
                      <a:pt x="728" y="792"/>
                      <a:pt x="920" y="626"/>
                      <a:pt x="903" y="391"/>
                    </a:cubicBezTo>
                    <a:cubicBezTo>
                      <a:pt x="903" y="171"/>
                      <a:pt x="733" y="1"/>
                      <a:pt x="5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4470950" y="4199175"/>
                <a:ext cx="40875" cy="344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377" extrusionOk="0">
                    <a:moveTo>
                      <a:pt x="967" y="1"/>
                    </a:moveTo>
                    <a:cubicBezTo>
                      <a:pt x="954" y="1"/>
                      <a:pt x="941" y="1"/>
                      <a:pt x="927" y="2"/>
                    </a:cubicBezTo>
                    <a:cubicBezTo>
                      <a:pt x="293" y="2"/>
                      <a:pt x="0" y="758"/>
                      <a:pt x="464" y="1173"/>
                    </a:cubicBezTo>
                    <a:cubicBezTo>
                      <a:pt x="605" y="1314"/>
                      <a:pt x="777" y="1377"/>
                      <a:pt x="945" y="1377"/>
                    </a:cubicBezTo>
                    <a:cubicBezTo>
                      <a:pt x="1298" y="1377"/>
                      <a:pt x="1635" y="1098"/>
                      <a:pt x="1635" y="685"/>
                    </a:cubicBezTo>
                    <a:cubicBezTo>
                      <a:pt x="1611" y="309"/>
                      <a:pt x="1316" y="1"/>
                      <a:pt x="9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4312425" y="3064350"/>
                <a:ext cx="18650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746" h="595" extrusionOk="0">
                    <a:moveTo>
                      <a:pt x="376" y="0"/>
                    </a:moveTo>
                    <a:cubicBezTo>
                      <a:pt x="357" y="0"/>
                      <a:pt x="337" y="2"/>
                      <a:pt x="317" y="6"/>
                    </a:cubicBezTo>
                    <a:cubicBezTo>
                      <a:pt x="73" y="55"/>
                      <a:pt x="0" y="396"/>
                      <a:pt x="220" y="542"/>
                    </a:cubicBezTo>
                    <a:cubicBezTo>
                      <a:pt x="264" y="578"/>
                      <a:pt x="319" y="594"/>
                      <a:pt x="374" y="594"/>
                    </a:cubicBezTo>
                    <a:cubicBezTo>
                      <a:pt x="468" y="594"/>
                      <a:pt x="564" y="546"/>
                      <a:pt x="610" y="469"/>
                    </a:cubicBezTo>
                    <a:cubicBezTo>
                      <a:pt x="745" y="266"/>
                      <a:pt x="609" y="0"/>
                      <a:pt x="3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4648375" y="2931250"/>
                <a:ext cx="26875" cy="2380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952" extrusionOk="0">
                    <a:moveTo>
                      <a:pt x="533" y="1"/>
                    </a:moveTo>
                    <a:cubicBezTo>
                      <a:pt x="249" y="1"/>
                      <a:pt x="0" y="259"/>
                      <a:pt x="74" y="574"/>
                    </a:cubicBezTo>
                    <a:cubicBezTo>
                      <a:pt x="117" y="817"/>
                      <a:pt x="328" y="952"/>
                      <a:pt x="540" y="952"/>
                    </a:cubicBezTo>
                    <a:cubicBezTo>
                      <a:pt x="688" y="952"/>
                      <a:pt x="837" y="885"/>
                      <a:pt x="928" y="745"/>
                    </a:cubicBezTo>
                    <a:cubicBezTo>
                      <a:pt x="1074" y="525"/>
                      <a:pt x="1025" y="232"/>
                      <a:pt x="806" y="86"/>
                    </a:cubicBezTo>
                    <a:cubicBezTo>
                      <a:pt x="717" y="27"/>
                      <a:pt x="623" y="1"/>
                      <a:pt x="5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4444425" y="3344225"/>
                <a:ext cx="1617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576" extrusionOk="0">
                    <a:moveTo>
                      <a:pt x="316" y="1"/>
                    </a:moveTo>
                    <a:cubicBezTo>
                      <a:pt x="155" y="1"/>
                      <a:pt x="1" y="147"/>
                      <a:pt x="37" y="347"/>
                    </a:cubicBezTo>
                    <a:cubicBezTo>
                      <a:pt x="66" y="491"/>
                      <a:pt x="197" y="575"/>
                      <a:pt x="329" y="575"/>
                    </a:cubicBezTo>
                    <a:cubicBezTo>
                      <a:pt x="421" y="575"/>
                      <a:pt x="514" y="535"/>
                      <a:pt x="574" y="445"/>
                    </a:cubicBezTo>
                    <a:cubicBezTo>
                      <a:pt x="647" y="298"/>
                      <a:pt x="622" y="128"/>
                      <a:pt x="476" y="54"/>
                    </a:cubicBezTo>
                    <a:cubicBezTo>
                      <a:pt x="427" y="17"/>
                      <a:pt x="371" y="1"/>
                      <a:pt x="3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4136650" y="2936500"/>
                <a:ext cx="288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038" extrusionOk="0">
                    <a:moveTo>
                      <a:pt x="567" y="1"/>
                    </a:moveTo>
                    <a:cubicBezTo>
                      <a:pt x="266" y="1"/>
                      <a:pt x="0" y="282"/>
                      <a:pt x="56" y="632"/>
                    </a:cubicBezTo>
                    <a:cubicBezTo>
                      <a:pt x="113" y="890"/>
                      <a:pt x="338" y="1038"/>
                      <a:pt x="568" y="1038"/>
                    </a:cubicBezTo>
                    <a:cubicBezTo>
                      <a:pt x="731" y="1038"/>
                      <a:pt x="896" y="964"/>
                      <a:pt x="1007" y="803"/>
                    </a:cubicBezTo>
                    <a:cubicBezTo>
                      <a:pt x="1153" y="559"/>
                      <a:pt x="1104" y="242"/>
                      <a:pt x="861" y="96"/>
                    </a:cubicBezTo>
                    <a:cubicBezTo>
                      <a:pt x="765" y="30"/>
                      <a:pt x="664" y="1"/>
                      <a:pt x="5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3" name="Google Shape;763;p9"/>
              <p:cNvSpPr/>
              <p:nvPr/>
            </p:nvSpPr>
            <p:spPr>
              <a:xfrm>
                <a:off x="6485200" y="3013775"/>
                <a:ext cx="198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40" extrusionOk="0">
                    <a:moveTo>
                      <a:pt x="376" y="1"/>
                    </a:moveTo>
                    <a:cubicBezTo>
                      <a:pt x="209" y="1"/>
                      <a:pt x="47" y="102"/>
                      <a:pt x="14" y="322"/>
                    </a:cubicBezTo>
                    <a:cubicBezTo>
                      <a:pt x="1" y="590"/>
                      <a:pt x="208" y="740"/>
                      <a:pt x="414" y="740"/>
                    </a:cubicBezTo>
                    <a:cubicBezTo>
                      <a:pt x="583" y="740"/>
                      <a:pt x="751" y="639"/>
                      <a:pt x="795" y="419"/>
                    </a:cubicBezTo>
                    <a:cubicBezTo>
                      <a:pt x="795" y="151"/>
                      <a:pt x="581" y="1"/>
                      <a:pt x="3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4" name="Google Shape;764;p9"/>
              <p:cNvSpPr/>
              <p:nvPr/>
            </p:nvSpPr>
            <p:spPr>
              <a:xfrm>
                <a:off x="6799425" y="2643625"/>
                <a:ext cx="37950" cy="320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282" extrusionOk="0">
                    <a:moveTo>
                      <a:pt x="823" y="0"/>
                    </a:moveTo>
                    <a:cubicBezTo>
                      <a:pt x="311" y="0"/>
                      <a:pt x="0" y="614"/>
                      <a:pt x="347" y="1030"/>
                    </a:cubicBezTo>
                    <a:cubicBezTo>
                      <a:pt x="475" y="1204"/>
                      <a:pt x="658" y="1282"/>
                      <a:pt x="838" y="1282"/>
                    </a:cubicBezTo>
                    <a:cubicBezTo>
                      <a:pt x="1141" y="1282"/>
                      <a:pt x="1439" y="1064"/>
                      <a:pt x="1469" y="713"/>
                    </a:cubicBezTo>
                    <a:cubicBezTo>
                      <a:pt x="1518" y="347"/>
                      <a:pt x="1250" y="30"/>
                      <a:pt x="908" y="6"/>
                    </a:cubicBezTo>
                    <a:cubicBezTo>
                      <a:pt x="879" y="2"/>
                      <a:pt x="851" y="0"/>
                      <a:pt x="8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6810850" y="3265600"/>
                <a:ext cx="23500" cy="1945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778" extrusionOk="0">
                    <a:moveTo>
                      <a:pt x="491" y="0"/>
                    </a:moveTo>
                    <a:cubicBezTo>
                      <a:pt x="184" y="0"/>
                      <a:pt x="0" y="363"/>
                      <a:pt x="207" y="638"/>
                    </a:cubicBezTo>
                    <a:cubicBezTo>
                      <a:pt x="286" y="734"/>
                      <a:pt x="392" y="777"/>
                      <a:pt x="499" y="777"/>
                    </a:cubicBezTo>
                    <a:cubicBezTo>
                      <a:pt x="691" y="777"/>
                      <a:pt x="883" y="638"/>
                      <a:pt x="915" y="419"/>
                    </a:cubicBezTo>
                    <a:cubicBezTo>
                      <a:pt x="939" y="199"/>
                      <a:pt x="768" y="29"/>
                      <a:pt x="549" y="4"/>
                    </a:cubicBezTo>
                    <a:cubicBezTo>
                      <a:pt x="529" y="2"/>
                      <a:pt x="510" y="0"/>
                      <a:pt x="4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6193325" y="2965575"/>
                <a:ext cx="410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388" extrusionOk="0">
                    <a:moveTo>
                      <a:pt x="895" y="0"/>
                    </a:moveTo>
                    <a:cubicBezTo>
                      <a:pt x="336" y="0"/>
                      <a:pt x="1" y="663"/>
                      <a:pt x="372" y="1128"/>
                    </a:cubicBezTo>
                    <a:cubicBezTo>
                      <a:pt x="507" y="1307"/>
                      <a:pt x="697" y="1387"/>
                      <a:pt x="887" y="1387"/>
                    </a:cubicBezTo>
                    <a:cubicBezTo>
                      <a:pt x="1216" y="1387"/>
                      <a:pt x="1545" y="1148"/>
                      <a:pt x="1592" y="762"/>
                    </a:cubicBezTo>
                    <a:cubicBezTo>
                      <a:pt x="1641" y="396"/>
                      <a:pt x="1372" y="54"/>
                      <a:pt x="982" y="6"/>
                    </a:cubicBezTo>
                    <a:cubicBezTo>
                      <a:pt x="953" y="2"/>
                      <a:pt x="924" y="0"/>
                      <a:pt x="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295700" y="2250825"/>
                <a:ext cx="216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66" h="775" extrusionOk="0">
                    <a:moveTo>
                      <a:pt x="408" y="0"/>
                    </a:moveTo>
                    <a:cubicBezTo>
                      <a:pt x="189" y="0"/>
                      <a:pt x="1" y="199"/>
                      <a:pt x="37" y="450"/>
                    </a:cubicBezTo>
                    <a:cubicBezTo>
                      <a:pt x="81" y="658"/>
                      <a:pt x="261" y="775"/>
                      <a:pt x="439" y="775"/>
                    </a:cubicBezTo>
                    <a:cubicBezTo>
                      <a:pt x="553" y="775"/>
                      <a:pt x="667" y="726"/>
                      <a:pt x="744" y="621"/>
                    </a:cubicBezTo>
                    <a:cubicBezTo>
                      <a:pt x="866" y="426"/>
                      <a:pt x="817" y="206"/>
                      <a:pt x="646" y="84"/>
                    </a:cubicBezTo>
                    <a:cubicBezTo>
                      <a:pt x="569" y="26"/>
                      <a:pt x="487" y="0"/>
                      <a:pt x="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1946450" y="1380475"/>
                <a:ext cx="221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80" extrusionOk="0">
                    <a:moveTo>
                      <a:pt x="440" y="0"/>
                    </a:moveTo>
                    <a:cubicBezTo>
                      <a:pt x="209" y="0"/>
                      <a:pt x="1" y="202"/>
                      <a:pt x="56" y="460"/>
                    </a:cubicBezTo>
                    <a:cubicBezTo>
                      <a:pt x="99" y="663"/>
                      <a:pt x="272" y="780"/>
                      <a:pt x="446" y="780"/>
                    </a:cubicBezTo>
                    <a:cubicBezTo>
                      <a:pt x="565" y="780"/>
                      <a:pt x="684" y="725"/>
                      <a:pt x="763" y="606"/>
                    </a:cubicBezTo>
                    <a:cubicBezTo>
                      <a:pt x="885" y="436"/>
                      <a:pt x="836" y="192"/>
                      <a:pt x="666" y="70"/>
                    </a:cubicBezTo>
                    <a:cubicBezTo>
                      <a:pt x="594" y="22"/>
                      <a:pt x="516" y="0"/>
                      <a:pt x="4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1878775" y="2067050"/>
                <a:ext cx="2212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80" extrusionOk="0">
                    <a:moveTo>
                      <a:pt x="440" y="0"/>
                    </a:moveTo>
                    <a:cubicBezTo>
                      <a:pt x="209" y="0"/>
                      <a:pt x="0" y="202"/>
                      <a:pt x="56" y="460"/>
                    </a:cubicBezTo>
                    <a:cubicBezTo>
                      <a:pt x="85" y="663"/>
                      <a:pt x="251" y="779"/>
                      <a:pt x="428" y="779"/>
                    </a:cubicBezTo>
                    <a:cubicBezTo>
                      <a:pt x="548" y="779"/>
                      <a:pt x="674" y="725"/>
                      <a:pt x="763" y="606"/>
                    </a:cubicBezTo>
                    <a:cubicBezTo>
                      <a:pt x="885" y="435"/>
                      <a:pt x="836" y="191"/>
                      <a:pt x="665" y="70"/>
                    </a:cubicBezTo>
                    <a:cubicBezTo>
                      <a:pt x="593" y="22"/>
                      <a:pt x="516" y="0"/>
                      <a:pt x="4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99950" y="1665825"/>
                <a:ext cx="2167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1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0" y="663"/>
                      <a:pt x="253" y="780"/>
                      <a:pt x="427" y="780"/>
                    </a:cubicBezTo>
                    <a:cubicBezTo>
                      <a:pt x="546" y="780"/>
                      <a:pt x="665" y="726"/>
                      <a:pt x="744" y="607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103775" y="1437450"/>
                <a:ext cx="221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884" h="794" extrusionOk="0">
                    <a:moveTo>
                      <a:pt x="424" y="0"/>
                    </a:moveTo>
                    <a:cubicBezTo>
                      <a:pt x="199" y="0"/>
                      <a:pt x="0" y="204"/>
                      <a:pt x="54" y="474"/>
                    </a:cubicBezTo>
                    <a:cubicBezTo>
                      <a:pt x="83" y="677"/>
                      <a:pt x="250" y="793"/>
                      <a:pt x="427" y="793"/>
                    </a:cubicBezTo>
                    <a:cubicBezTo>
                      <a:pt x="547" y="793"/>
                      <a:pt x="673" y="739"/>
                      <a:pt x="762" y="620"/>
                    </a:cubicBezTo>
                    <a:cubicBezTo>
                      <a:pt x="884" y="449"/>
                      <a:pt x="835" y="205"/>
                      <a:pt x="664" y="83"/>
                    </a:cubicBezTo>
                    <a:cubicBezTo>
                      <a:pt x="587" y="26"/>
                      <a:pt x="504" y="0"/>
                      <a:pt x="4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1895850" y="2517025"/>
                <a:ext cx="3067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100" extrusionOk="0">
                    <a:moveTo>
                      <a:pt x="600" y="0"/>
                    </a:moveTo>
                    <a:cubicBezTo>
                      <a:pt x="281" y="0"/>
                      <a:pt x="0" y="286"/>
                      <a:pt x="55" y="655"/>
                    </a:cubicBezTo>
                    <a:cubicBezTo>
                      <a:pt x="114" y="935"/>
                      <a:pt x="360" y="1100"/>
                      <a:pt x="610" y="1100"/>
                    </a:cubicBezTo>
                    <a:cubicBezTo>
                      <a:pt x="774" y="1100"/>
                      <a:pt x="940" y="1029"/>
                      <a:pt x="1055" y="875"/>
                    </a:cubicBezTo>
                    <a:cubicBezTo>
                      <a:pt x="1226" y="607"/>
                      <a:pt x="1153" y="265"/>
                      <a:pt x="909" y="94"/>
                    </a:cubicBezTo>
                    <a:cubicBezTo>
                      <a:pt x="809" y="29"/>
                      <a:pt x="702" y="0"/>
                      <a:pt x="6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2231350" y="1620100"/>
                <a:ext cx="30525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107" extrusionOk="0">
                    <a:moveTo>
                      <a:pt x="616" y="0"/>
                    </a:moveTo>
                    <a:cubicBezTo>
                      <a:pt x="290" y="0"/>
                      <a:pt x="0" y="286"/>
                      <a:pt x="74" y="655"/>
                    </a:cubicBezTo>
                    <a:cubicBezTo>
                      <a:pt x="118" y="946"/>
                      <a:pt x="360" y="1107"/>
                      <a:pt x="606" y="1107"/>
                    </a:cubicBezTo>
                    <a:cubicBezTo>
                      <a:pt x="773" y="1107"/>
                      <a:pt x="941" y="1033"/>
                      <a:pt x="1050" y="875"/>
                    </a:cubicBezTo>
                    <a:cubicBezTo>
                      <a:pt x="1220" y="631"/>
                      <a:pt x="1172" y="289"/>
                      <a:pt x="928" y="94"/>
                    </a:cubicBezTo>
                    <a:cubicBezTo>
                      <a:pt x="827" y="29"/>
                      <a:pt x="720" y="0"/>
                      <a:pt x="6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4" name="Google Shape;774;p9"/>
              <p:cNvSpPr/>
              <p:nvPr/>
            </p:nvSpPr>
            <p:spPr>
              <a:xfrm>
                <a:off x="5897225" y="4147525"/>
                <a:ext cx="24325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772" extrusionOk="0">
                    <a:moveTo>
                      <a:pt x="515" y="0"/>
                    </a:moveTo>
                    <a:cubicBezTo>
                      <a:pt x="391" y="0"/>
                      <a:pt x="268" y="59"/>
                      <a:pt x="192" y="165"/>
                    </a:cubicBezTo>
                    <a:cubicBezTo>
                      <a:pt x="0" y="462"/>
                      <a:pt x="258" y="771"/>
                      <a:pt x="536" y="771"/>
                    </a:cubicBezTo>
                    <a:cubicBezTo>
                      <a:pt x="647" y="771"/>
                      <a:pt x="760" y="722"/>
                      <a:pt x="851" y="605"/>
                    </a:cubicBezTo>
                    <a:cubicBezTo>
                      <a:pt x="973" y="434"/>
                      <a:pt x="924" y="190"/>
                      <a:pt x="729" y="68"/>
                    </a:cubicBezTo>
                    <a:cubicBezTo>
                      <a:pt x="664" y="22"/>
                      <a:pt x="589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5550500" y="3277375"/>
                <a:ext cx="2167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0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1" y="663"/>
                      <a:pt x="253" y="780"/>
                      <a:pt x="427" y="780"/>
                    </a:cubicBezTo>
                    <a:cubicBezTo>
                      <a:pt x="546" y="780"/>
                      <a:pt x="665" y="725"/>
                      <a:pt x="744" y="607"/>
                    </a:cubicBezTo>
                    <a:cubicBezTo>
                      <a:pt x="866" y="436"/>
                      <a:pt x="818" y="192"/>
                      <a:pt x="647" y="70"/>
                    </a:cubicBezTo>
                    <a:cubicBezTo>
                      <a:pt x="575" y="22"/>
                      <a:pt x="4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6" name="Google Shape;776;p9"/>
              <p:cNvSpPr/>
              <p:nvPr/>
            </p:nvSpPr>
            <p:spPr>
              <a:xfrm>
                <a:off x="5482825" y="3963325"/>
                <a:ext cx="2167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1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0" y="663"/>
                      <a:pt x="253" y="780"/>
                      <a:pt x="427" y="780"/>
                    </a:cubicBezTo>
                    <a:cubicBezTo>
                      <a:pt x="546" y="780"/>
                      <a:pt x="665" y="726"/>
                      <a:pt x="744" y="607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8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6403525" y="3562125"/>
                <a:ext cx="2167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6" extrusionOk="0">
                    <a:moveTo>
                      <a:pt x="436" y="1"/>
                    </a:moveTo>
                    <a:cubicBezTo>
                      <a:pt x="213" y="1"/>
                      <a:pt x="0" y="203"/>
                      <a:pt x="37" y="460"/>
                    </a:cubicBezTo>
                    <a:cubicBezTo>
                      <a:pt x="82" y="668"/>
                      <a:pt x="261" y="785"/>
                      <a:pt x="439" y="785"/>
                    </a:cubicBezTo>
                    <a:cubicBezTo>
                      <a:pt x="554" y="785"/>
                      <a:pt x="668" y="736"/>
                      <a:pt x="745" y="631"/>
                    </a:cubicBezTo>
                    <a:cubicBezTo>
                      <a:pt x="867" y="436"/>
                      <a:pt x="842" y="192"/>
                      <a:pt x="647" y="70"/>
                    </a:cubicBezTo>
                    <a:cubicBezTo>
                      <a:pt x="581" y="22"/>
                      <a:pt x="508" y="1"/>
                      <a:pt x="4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6707325" y="3334075"/>
                <a:ext cx="2212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81" extrusionOk="0">
                    <a:moveTo>
                      <a:pt x="440" y="1"/>
                    </a:moveTo>
                    <a:cubicBezTo>
                      <a:pt x="209" y="1"/>
                      <a:pt x="1" y="203"/>
                      <a:pt x="56" y="460"/>
                    </a:cubicBezTo>
                    <a:cubicBezTo>
                      <a:pt x="85" y="663"/>
                      <a:pt x="260" y="780"/>
                      <a:pt x="439" y="780"/>
                    </a:cubicBezTo>
                    <a:cubicBezTo>
                      <a:pt x="560" y="780"/>
                      <a:pt x="684" y="726"/>
                      <a:pt x="763" y="607"/>
                    </a:cubicBezTo>
                    <a:cubicBezTo>
                      <a:pt x="885" y="436"/>
                      <a:pt x="836" y="192"/>
                      <a:pt x="666" y="70"/>
                    </a:cubicBezTo>
                    <a:cubicBezTo>
                      <a:pt x="594" y="22"/>
                      <a:pt x="516" y="1"/>
                      <a:pt x="4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5499450" y="4413575"/>
                <a:ext cx="30650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107" extrusionOk="0">
                    <a:moveTo>
                      <a:pt x="593" y="0"/>
                    </a:moveTo>
                    <a:cubicBezTo>
                      <a:pt x="283" y="0"/>
                      <a:pt x="0" y="282"/>
                      <a:pt x="55" y="645"/>
                    </a:cubicBezTo>
                    <a:cubicBezTo>
                      <a:pt x="113" y="937"/>
                      <a:pt x="364" y="1107"/>
                      <a:pt x="614" y="1107"/>
                    </a:cubicBezTo>
                    <a:cubicBezTo>
                      <a:pt x="781" y="1107"/>
                      <a:pt x="947" y="1031"/>
                      <a:pt x="1055" y="865"/>
                    </a:cubicBezTo>
                    <a:cubicBezTo>
                      <a:pt x="1225" y="621"/>
                      <a:pt x="1177" y="279"/>
                      <a:pt x="908" y="109"/>
                    </a:cubicBezTo>
                    <a:cubicBezTo>
                      <a:pt x="808" y="34"/>
                      <a:pt x="699" y="0"/>
                      <a:pt x="5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5834925" y="3516975"/>
                <a:ext cx="30525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094" extrusionOk="0">
                    <a:moveTo>
                      <a:pt x="614" y="1"/>
                    </a:moveTo>
                    <a:cubicBezTo>
                      <a:pt x="290" y="1"/>
                      <a:pt x="1" y="282"/>
                      <a:pt x="74" y="632"/>
                    </a:cubicBezTo>
                    <a:cubicBezTo>
                      <a:pt x="118" y="924"/>
                      <a:pt x="363" y="1094"/>
                      <a:pt x="611" y="1094"/>
                    </a:cubicBezTo>
                    <a:cubicBezTo>
                      <a:pt x="776" y="1094"/>
                      <a:pt x="942" y="1018"/>
                      <a:pt x="1050" y="852"/>
                    </a:cubicBezTo>
                    <a:cubicBezTo>
                      <a:pt x="1221" y="608"/>
                      <a:pt x="1172" y="266"/>
                      <a:pt x="928" y="95"/>
                    </a:cubicBezTo>
                    <a:cubicBezTo>
                      <a:pt x="827" y="30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1868575" y="623825"/>
                <a:ext cx="225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7" extrusionOk="0">
                    <a:moveTo>
                      <a:pt x="458" y="1"/>
                    </a:moveTo>
                    <a:cubicBezTo>
                      <a:pt x="336" y="1"/>
                      <a:pt x="222" y="60"/>
                      <a:pt x="146" y="166"/>
                    </a:cubicBezTo>
                    <a:cubicBezTo>
                      <a:pt x="0" y="337"/>
                      <a:pt x="49" y="580"/>
                      <a:pt x="244" y="702"/>
                    </a:cubicBezTo>
                    <a:cubicBezTo>
                      <a:pt x="313" y="752"/>
                      <a:pt x="394" y="777"/>
                      <a:pt x="473" y="777"/>
                    </a:cubicBezTo>
                    <a:cubicBezTo>
                      <a:pt x="592" y="777"/>
                      <a:pt x="708" y="721"/>
                      <a:pt x="781" y="605"/>
                    </a:cubicBezTo>
                    <a:cubicBezTo>
                      <a:pt x="903" y="434"/>
                      <a:pt x="854" y="190"/>
                      <a:pt x="683" y="68"/>
                    </a:cubicBezTo>
                    <a:cubicBezTo>
                      <a:pt x="609" y="22"/>
                      <a:pt x="532" y="1"/>
                      <a:pt x="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2635025" y="720775"/>
                <a:ext cx="219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95" extrusionOk="0">
                    <a:moveTo>
                      <a:pt x="444" y="0"/>
                    </a:moveTo>
                    <a:cubicBezTo>
                      <a:pt x="321" y="0"/>
                      <a:pt x="198" y="60"/>
                      <a:pt x="122" y="166"/>
                    </a:cubicBezTo>
                    <a:cubicBezTo>
                      <a:pt x="0" y="361"/>
                      <a:pt x="49" y="605"/>
                      <a:pt x="220" y="727"/>
                    </a:cubicBezTo>
                    <a:cubicBezTo>
                      <a:pt x="284" y="773"/>
                      <a:pt x="359" y="794"/>
                      <a:pt x="434" y="794"/>
                    </a:cubicBezTo>
                    <a:cubicBezTo>
                      <a:pt x="557" y="794"/>
                      <a:pt x="680" y="735"/>
                      <a:pt x="756" y="629"/>
                    </a:cubicBezTo>
                    <a:cubicBezTo>
                      <a:pt x="878" y="434"/>
                      <a:pt x="854" y="190"/>
                      <a:pt x="659" y="68"/>
                    </a:cubicBezTo>
                    <a:cubicBezTo>
                      <a:pt x="594" y="22"/>
                      <a:pt x="519" y="0"/>
                      <a:pt x="4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1681225" y="1217425"/>
                <a:ext cx="221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90" extrusionOk="0">
                    <a:moveTo>
                      <a:pt x="434" y="0"/>
                    </a:moveTo>
                    <a:cubicBezTo>
                      <a:pt x="205" y="0"/>
                      <a:pt x="1" y="215"/>
                      <a:pt x="55" y="470"/>
                    </a:cubicBezTo>
                    <a:cubicBezTo>
                      <a:pt x="84" y="673"/>
                      <a:pt x="251" y="790"/>
                      <a:pt x="428" y="790"/>
                    </a:cubicBezTo>
                    <a:cubicBezTo>
                      <a:pt x="548" y="790"/>
                      <a:pt x="673" y="735"/>
                      <a:pt x="763" y="616"/>
                    </a:cubicBezTo>
                    <a:cubicBezTo>
                      <a:pt x="885" y="446"/>
                      <a:pt x="836" y="202"/>
                      <a:pt x="665" y="80"/>
                    </a:cubicBezTo>
                    <a:cubicBezTo>
                      <a:pt x="591" y="24"/>
                      <a:pt x="511" y="0"/>
                      <a:pt x="4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2450550" y="1244500"/>
                <a:ext cx="2167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0" extrusionOk="0">
                    <a:moveTo>
                      <a:pt x="426" y="1"/>
                    </a:moveTo>
                    <a:cubicBezTo>
                      <a:pt x="200" y="1"/>
                      <a:pt x="1" y="203"/>
                      <a:pt x="38" y="460"/>
                    </a:cubicBezTo>
                    <a:cubicBezTo>
                      <a:pt x="81" y="663"/>
                      <a:pt x="254" y="780"/>
                      <a:pt x="428" y="780"/>
                    </a:cubicBezTo>
                    <a:cubicBezTo>
                      <a:pt x="546" y="780"/>
                      <a:pt x="666" y="725"/>
                      <a:pt x="745" y="606"/>
                    </a:cubicBezTo>
                    <a:cubicBezTo>
                      <a:pt x="867" y="436"/>
                      <a:pt x="818" y="192"/>
                      <a:pt x="647" y="70"/>
                    </a:cubicBezTo>
                    <a:cubicBezTo>
                      <a:pt x="576" y="22"/>
                      <a:pt x="499" y="1"/>
                      <a:pt x="4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2217325" y="1021675"/>
                <a:ext cx="31125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104" extrusionOk="0">
                    <a:moveTo>
                      <a:pt x="608" y="0"/>
                    </a:moveTo>
                    <a:cubicBezTo>
                      <a:pt x="286" y="0"/>
                      <a:pt x="1" y="293"/>
                      <a:pt x="74" y="642"/>
                    </a:cubicBezTo>
                    <a:cubicBezTo>
                      <a:pt x="118" y="934"/>
                      <a:pt x="363" y="1104"/>
                      <a:pt x="610" y="1104"/>
                    </a:cubicBezTo>
                    <a:cubicBezTo>
                      <a:pt x="776" y="1104"/>
                      <a:pt x="942" y="1027"/>
                      <a:pt x="1050" y="861"/>
                    </a:cubicBezTo>
                    <a:cubicBezTo>
                      <a:pt x="1245" y="617"/>
                      <a:pt x="1172" y="276"/>
                      <a:pt x="928" y="105"/>
                    </a:cubicBezTo>
                    <a:cubicBezTo>
                      <a:pt x="825" y="32"/>
                      <a:pt x="714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2310025" y="265275"/>
                <a:ext cx="31125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096" extrusionOk="0">
                    <a:moveTo>
                      <a:pt x="629" y="1"/>
                    </a:moveTo>
                    <a:cubicBezTo>
                      <a:pt x="454" y="1"/>
                      <a:pt x="278" y="86"/>
                      <a:pt x="171" y="240"/>
                    </a:cubicBezTo>
                    <a:cubicBezTo>
                      <a:pt x="0" y="484"/>
                      <a:pt x="49" y="825"/>
                      <a:pt x="293" y="996"/>
                    </a:cubicBezTo>
                    <a:cubicBezTo>
                      <a:pt x="388" y="1062"/>
                      <a:pt x="497" y="1096"/>
                      <a:pt x="607" y="1096"/>
                    </a:cubicBezTo>
                    <a:cubicBezTo>
                      <a:pt x="780" y="1096"/>
                      <a:pt x="954" y="1014"/>
                      <a:pt x="1073" y="850"/>
                    </a:cubicBezTo>
                    <a:cubicBezTo>
                      <a:pt x="1244" y="606"/>
                      <a:pt x="1171" y="264"/>
                      <a:pt x="927" y="94"/>
                    </a:cubicBezTo>
                    <a:cubicBezTo>
                      <a:pt x="837" y="30"/>
                      <a:pt x="733" y="1"/>
                      <a:pt x="6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5486775" y="3080100"/>
                <a:ext cx="262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791" extrusionOk="0">
                    <a:moveTo>
                      <a:pt x="528" y="1"/>
                    </a:moveTo>
                    <a:cubicBezTo>
                      <a:pt x="423" y="1"/>
                      <a:pt x="321" y="43"/>
                      <a:pt x="245" y="132"/>
                    </a:cubicBezTo>
                    <a:cubicBezTo>
                      <a:pt x="1" y="376"/>
                      <a:pt x="196" y="790"/>
                      <a:pt x="537" y="790"/>
                    </a:cubicBezTo>
                    <a:cubicBezTo>
                      <a:pt x="879" y="766"/>
                      <a:pt x="1050" y="351"/>
                      <a:pt x="806" y="107"/>
                    </a:cubicBezTo>
                    <a:cubicBezTo>
                      <a:pt x="724" y="37"/>
                      <a:pt x="625" y="1"/>
                      <a:pt x="5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5696525" y="2336750"/>
                <a:ext cx="262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770" extrusionOk="0">
                    <a:moveTo>
                      <a:pt x="516" y="1"/>
                    </a:moveTo>
                    <a:cubicBezTo>
                      <a:pt x="415" y="1"/>
                      <a:pt x="318" y="37"/>
                      <a:pt x="245" y="111"/>
                    </a:cubicBezTo>
                    <a:cubicBezTo>
                      <a:pt x="1" y="354"/>
                      <a:pt x="172" y="769"/>
                      <a:pt x="513" y="769"/>
                    </a:cubicBezTo>
                    <a:cubicBezTo>
                      <a:pt x="854" y="769"/>
                      <a:pt x="1050" y="354"/>
                      <a:pt x="806" y="111"/>
                    </a:cubicBezTo>
                    <a:cubicBezTo>
                      <a:pt x="720" y="37"/>
                      <a:pt x="617" y="1"/>
                      <a:pt x="5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6045925" y="3353875"/>
                <a:ext cx="26225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791" extrusionOk="0">
                    <a:moveTo>
                      <a:pt x="527" y="1"/>
                    </a:moveTo>
                    <a:cubicBezTo>
                      <a:pt x="422" y="1"/>
                      <a:pt x="320" y="43"/>
                      <a:pt x="244" y="132"/>
                    </a:cubicBezTo>
                    <a:cubicBezTo>
                      <a:pt x="0" y="376"/>
                      <a:pt x="195" y="790"/>
                      <a:pt x="537" y="790"/>
                    </a:cubicBezTo>
                    <a:cubicBezTo>
                      <a:pt x="903" y="766"/>
                      <a:pt x="1049" y="351"/>
                      <a:pt x="805" y="107"/>
                    </a:cubicBezTo>
                    <a:cubicBezTo>
                      <a:pt x="723" y="37"/>
                      <a:pt x="624" y="1"/>
                      <a:pt x="5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6186775" y="2597200"/>
                <a:ext cx="262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790" extrusionOk="0">
                    <a:moveTo>
                      <a:pt x="527" y="0"/>
                    </a:moveTo>
                    <a:cubicBezTo>
                      <a:pt x="422" y="0"/>
                      <a:pt x="320" y="43"/>
                      <a:pt x="244" y="131"/>
                    </a:cubicBezTo>
                    <a:cubicBezTo>
                      <a:pt x="0" y="375"/>
                      <a:pt x="195" y="790"/>
                      <a:pt x="537" y="790"/>
                    </a:cubicBezTo>
                    <a:cubicBezTo>
                      <a:pt x="878" y="765"/>
                      <a:pt x="1049" y="351"/>
                      <a:pt x="805" y="107"/>
                    </a:cubicBezTo>
                    <a:cubicBezTo>
                      <a:pt x="723" y="37"/>
                      <a:pt x="624" y="0"/>
                      <a:pt x="5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5930050" y="2786600"/>
                <a:ext cx="39275" cy="28100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124" extrusionOk="0">
                    <a:moveTo>
                      <a:pt x="793" y="1"/>
                    </a:moveTo>
                    <a:cubicBezTo>
                      <a:pt x="360" y="1"/>
                      <a:pt x="0" y="573"/>
                      <a:pt x="416" y="970"/>
                    </a:cubicBezTo>
                    <a:cubicBezTo>
                      <a:pt x="535" y="1078"/>
                      <a:pt x="664" y="1124"/>
                      <a:pt x="787" y="1124"/>
                    </a:cubicBezTo>
                    <a:cubicBezTo>
                      <a:pt x="1216" y="1124"/>
                      <a:pt x="1570" y="563"/>
                      <a:pt x="1172" y="165"/>
                    </a:cubicBezTo>
                    <a:cubicBezTo>
                      <a:pt x="1051" y="49"/>
                      <a:pt x="919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5197325" y="2582850"/>
                <a:ext cx="364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097" extrusionOk="0">
                    <a:moveTo>
                      <a:pt x="713" y="1"/>
                    </a:moveTo>
                    <a:cubicBezTo>
                      <a:pt x="569" y="1"/>
                      <a:pt x="424" y="56"/>
                      <a:pt x="311" y="169"/>
                    </a:cubicBezTo>
                    <a:cubicBezTo>
                      <a:pt x="0" y="527"/>
                      <a:pt x="228" y="1096"/>
                      <a:pt x="696" y="1096"/>
                    </a:cubicBezTo>
                    <a:cubicBezTo>
                      <a:pt x="706" y="1096"/>
                      <a:pt x="715" y="1096"/>
                      <a:pt x="725" y="1096"/>
                    </a:cubicBezTo>
                    <a:cubicBezTo>
                      <a:pt x="1238" y="1096"/>
                      <a:pt x="1457" y="486"/>
                      <a:pt x="1091" y="144"/>
                    </a:cubicBezTo>
                    <a:cubicBezTo>
                      <a:pt x="985" y="50"/>
                      <a:pt x="849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5949575" y="2607175"/>
                <a:ext cx="250625" cy="193325"/>
              </a:xfrm>
              <a:custGeom>
                <a:avLst/>
                <a:gdLst/>
                <a:ahLst/>
                <a:cxnLst/>
                <a:rect l="l" t="t" r="r" b="b"/>
                <a:pathLst>
                  <a:path w="10025" h="7733" fill="none" extrusionOk="0">
                    <a:moveTo>
                      <a:pt x="1" y="7732"/>
                    </a:moveTo>
                    <a:lnTo>
                      <a:pt x="10025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919200" y="1751625"/>
                <a:ext cx="2197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83" extrusionOk="0">
                    <a:moveTo>
                      <a:pt x="446" y="1"/>
                    </a:moveTo>
                    <a:cubicBezTo>
                      <a:pt x="330" y="1"/>
                      <a:pt x="218" y="51"/>
                      <a:pt x="147" y="150"/>
                    </a:cubicBezTo>
                    <a:cubicBezTo>
                      <a:pt x="0" y="321"/>
                      <a:pt x="49" y="565"/>
                      <a:pt x="195" y="687"/>
                    </a:cubicBezTo>
                    <a:cubicBezTo>
                      <a:pt x="271" y="752"/>
                      <a:pt x="361" y="783"/>
                      <a:pt x="450" y="783"/>
                    </a:cubicBezTo>
                    <a:cubicBezTo>
                      <a:pt x="563" y="783"/>
                      <a:pt x="675" y="733"/>
                      <a:pt x="756" y="638"/>
                    </a:cubicBezTo>
                    <a:cubicBezTo>
                      <a:pt x="878" y="467"/>
                      <a:pt x="854" y="223"/>
                      <a:pt x="683" y="77"/>
                    </a:cubicBezTo>
                    <a:cubicBezTo>
                      <a:pt x="612" y="26"/>
                      <a:pt x="528" y="1"/>
                      <a:pt x="4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679250" y="1892300"/>
                <a:ext cx="2165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866" h="792" extrusionOk="0">
                    <a:moveTo>
                      <a:pt x="428" y="0"/>
                    </a:moveTo>
                    <a:cubicBezTo>
                      <a:pt x="202" y="0"/>
                      <a:pt x="1" y="199"/>
                      <a:pt x="37" y="450"/>
                    </a:cubicBezTo>
                    <a:cubicBezTo>
                      <a:pt x="52" y="664"/>
                      <a:pt x="229" y="791"/>
                      <a:pt x="414" y="791"/>
                    </a:cubicBezTo>
                    <a:cubicBezTo>
                      <a:pt x="524" y="791"/>
                      <a:pt x="637" y="745"/>
                      <a:pt x="720" y="645"/>
                    </a:cubicBezTo>
                    <a:cubicBezTo>
                      <a:pt x="866" y="474"/>
                      <a:pt x="817" y="230"/>
                      <a:pt x="671" y="84"/>
                    </a:cubicBezTo>
                    <a:cubicBezTo>
                      <a:pt x="593" y="26"/>
                      <a:pt x="509" y="0"/>
                      <a:pt x="4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697850" y="2333450"/>
                <a:ext cx="2197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83" extrusionOk="0">
                    <a:moveTo>
                      <a:pt x="429" y="0"/>
                    </a:moveTo>
                    <a:cubicBezTo>
                      <a:pt x="316" y="0"/>
                      <a:pt x="204" y="50"/>
                      <a:pt x="123" y="145"/>
                    </a:cubicBezTo>
                    <a:cubicBezTo>
                      <a:pt x="1" y="316"/>
                      <a:pt x="25" y="560"/>
                      <a:pt x="196" y="706"/>
                    </a:cubicBezTo>
                    <a:cubicBezTo>
                      <a:pt x="267" y="757"/>
                      <a:pt x="351" y="782"/>
                      <a:pt x="433" y="782"/>
                    </a:cubicBezTo>
                    <a:cubicBezTo>
                      <a:pt x="549" y="782"/>
                      <a:pt x="661" y="732"/>
                      <a:pt x="733" y="633"/>
                    </a:cubicBezTo>
                    <a:cubicBezTo>
                      <a:pt x="879" y="462"/>
                      <a:pt x="854" y="218"/>
                      <a:pt x="684" y="96"/>
                    </a:cubicBezTo>
                    <a:cubicBezTo>
                      <a:pt x="608" y="31"/>
                      <a:pt x="518" y="0"/>
                      <a:pt x="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1461500" y="2405325"/>
                <a:ext cx="26300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745" extrusionOk="0">
                    <a:moveTo>
                      <a:pt x="525" y="1"/>
                    </a:moveTo>
                    <a:cubicBezTo>
                      <a:pt x="433" y="1"/>
                      <a:pt x="339" y="37"/>
                      <a:pt x="259" y="124"/>
                    </a:cubicBezTo>
                    <a:cubicBezTo>
                      <a:pt x="0" y="364"/>
                      <a:pt x="358" y="744"/>
                      <a:pt x="642" y="744"/>
                    </a:cubicBezTo>
                    <a:cubicBezTo>
                      <a:pt x="733" y="744"/>
                      <a:pt x="816" y="706"/>
                      <a:pt x="869" y="611"/>
                    </a:cubicBezTo>
                    <a:cubicBezTo>
                      <a:pt x="1051" y="320"/>
                      <a:pt x="797" y="1"/>
                      <a:pt x="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1244675" y="2169000"/>
                <a:ext cx="3002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1103" extrusionOk="0">
                    <a:moveTo>
                      <a:pt x="601" y="1"/>
                    </a:moveTo>
                    <a:cubicBezTo>
                      <a:pt x="289" y="1"/>
                      <a:pt x="0" y="267"/>
                      <a:pt x="54" y="626"/>
                    </a:cubicBezTo>
                    <a:cubicBezTo>
                      <a:pt x="85" y="917"/>
                      <a:pt x="338" y="1103"/>
                      <a:pt x="600" y="1103"/>
                    </a:cubicBezTo>
                    <a:cubicBezTo>
                      <a:pt x="755" y="1103"/>
                      <a:pt x="912" y="1038"/>
                      <a:pt x="1030" y="894"/>
                    </a:cubicBezTo>
                    <a:cubicBezTo>
                      <a:pt x="1201" y="650"/>
                      <a:pt x="1176" y="308"/>
                      <a:pt x="932" y="113"/>
                    </a:cubicBezTo>
                    <a:cubicBezTo>
                      <a:pt x="829" y="36"/>
                      <a:pt x="713" y="1"/>
                      <a:pt x="6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1381100" y="1419025"/>
                <a:ext cx="3017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103" extrusionOk="0">
                    <a:moveTo>
                      <a:pt x="606" y="1"/>
                    </a:moveTo>
                    <a:cubicBezTo>
                      <a:pt x="294" y="1"/>
                      <a:pt x="0" y="267"/>
                      <a:pt x="36" y="625"/>
                    </a:cubicBezTo>
                    <a:cubicBezTo>
                      <a:pt x="82" y="917"/>
                      <a:pt x="341" y="1102"/>
                      <a:pt x="605" y="1102"/>
                    </a:cubicBezTo>
                    <a:cubicBezTo>
                      <a:pt x="761" y="1102"/>
                      <a:pt x="919" y="1038"/>
                      <a:pt x="1036" y="894"/>
                    </a:cubicBezTo>
                    <a:cubicBezTo>
                      <a:pt x="1207" y="650"/>
                      <a:pt x="1158" y="308"/>
                      <a:pt x="939" y="113"/>
                    </a:cubicBezTo>
                    <a:cubicBezTo>
                      <a:pt x="835" y="35"/>
                      <a:pt x="719" y="1"/>
                      <a:pt x="6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6008725" y="43723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2"/>
                      <a:pt x="1171" y="488"/>
                    </a:cubicBezTo>
                    <a:cubicBezTo>
                      <a:pt x="1171" y="220"/>
                      <a:pt x="952" y="1"/>
                      <a:pt x="6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505050" y="4552250"/>
                <a:ext cx="39050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3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52" y="1268"/>
                      <a:pt x="724" y="1333"/>
                      <a:pt x="893" y="1333"/>
                    </a:cubicBezTo>
                    <a:cubicBezTo>
                      <a:pt x="1234" y="1333"/>
                      <a:pt x="1562" y="1067"/>
                      <a:pt x="1562" y="659"/>
                    </a:cubicBezTo>
                    <a:cubicBezTo>
                      <a:pt x="1562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262975" y="3983975"/>
                <a:ext cx="323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104" extrusionOk="0">
                    <a:moveTo>
                      <a:pt x="733" y="0"/>
                    </a:moveTo>
                    <a:cubicBezTo>
                      <a:pt x="245" y="0"/>
                      <a:pt x="1" y="586"/>
                      <a:pt x="342" y="927"/>
                    </a:cubicBezTo>
                    <a:cubicBezTo>
                      <a:pt x="456" y="1049"/>
                      <a:pt x="600" y="1103"/>
                      <a:pt x="741" y="1103"/>
                    </a:cubicBezTo>
                    <a:cubicBezTo>
                      <a:pt x="1023" y="1103"/>
                      <a:pt x="1294" y="887"/>
                      <a:pt x="1294" y="561"/>
                    </a:cubicBezTo>
                    <a:cubicBezTo>
                      <a:pt x="1294" y="244"/>
                      <a:pt x="1050" y="0"/>
                      <a:pt x="7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6193475" y="3453500"/>
                <a:ext cx="45750" cy="3927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571" extrusionOk="0">
                    <a:moveTo>
                      <a:pt x="1049" y="0"/>
                    </a:moveTo>
                    <a:cubicBezTo>
                      <a:pt x="342" y="0"/>
                      <a:pt x="0" y="854"/>
                      <a:pt x="488" y="1342"/>
                    </a:cubicBezTo>
                    <a:cubicBezTo>
                      <a:pt x="646" y="1500"/>
                      <a:pt x="842" y="1571"/>
                      <a:pt x="1035" y="1571"/>
                    </a:cubicBezTo>
                    <a:cubicBezTo>
                      <a:pt x="1439" y="1571"/>
                      <a:pt x="1830" y="1259"/>
                      <a:pt x="1830" y="781"/>
                    </a:cubicBezTo>
                    <a:cubicBezTo>
                      <a:pt x="1805" y="342"/>
                      <a:pt x="1464" y="0"/>
                      <a:pt x="1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6518475" y="3435200"/>
                <a:ext cx="4392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483" extrusionOk="0">
                    <a:moveTo>
                      <a:pt x="1000" y="1"/>
                    </a:moveTo>
                    <a:cubicBezTo>
                      <a:pt x="342" y="1"/>
                      <a:pt x="0" y="781"/>
                      <a:pt x="464" y="1269"/>
                    </a:cubicBezTo>
                    <a:cubicBezTo>
                      <a:pt x="619" y="1417"/>
                      <a:pt x="804" y="1483"/>
                      <a:pt x="985" y="1483"/>
                    </a:cubicBezTo>
                    <a:cubicBezTo>
                      <a:pt x="1372" y="1483"/>
                      <a:pt x="1740" y="1181"/>
                      <a:pt x="1756" y="732"/>
                    </a:cubicBezTo>
                    <a:cubicBezTo>
                      <a:pt x="1756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6289200" y="2962650"/>
                <a:ext cx="396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34" extrusionOk="0">
                    <a:moveTo>
                      <a:pt x="903" y="1"/>
                    </a:moveTo>
                    <a:cubicBezTo>
                      <a:pt x="318" y="1"/>
                      <a:pt x="1" y="708"/>
                      <a:pt x="440" y="1123"/>
                    </a:cubicBezTo>
                    <a:cubicBezTo>
                      <a:pt x="577" y="1268"/>
                      <a:pt x="749" y="1333"/>
                      <a:pt x="918" y="1333"/>
                    </a:cubicBezTo>
                    <a:cubicBezTo>
                      <a:pt x="1259" y="1333"/>
                      <a:pt x="1586" y="1067"/>
                      <a:pt x="1586" y="659"/>
                    </a:cubicBezTo>
                    <a:cubicBezTo>
                      <a:pt x="1586" y="293"/>
                      <a:pt x="1269" y="1"/>
                      <a:pt x="9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6033725" y="2570600"/>
                <a:ext cx="299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8" extrusionOk="0">
                    <a:moveTo>
                      <a:pt x="683" y="0"/>
                    </a:moveTo>
                    <a:cubicBezTo>
                      <a:pt x="220" y="0"/>
                      <a:pt x="0" y="537"/>
                      <a:pt x="317" y="878"/>
                    </a:cubicBezTo>
                    <a:cubicBezTo>
                      <a:pt x="420" y="981"/>
                      <a:pt x="549" y="1027"/>
                      <a:pt x="675" y="1027"/>
                    </a:cubicBezTo>
                    <a:cubicBezTo>
                      <a:pt x="939" y="1027"/>
                      <a:pt x="1195" y="826"/>
                      <a:pt x="1195" y="512"/>
                    </a:cubicBezTo>
                    <a:cubicBezTo>
                      <a:pt x="1195" y="220"/>
                      <a:pt x="976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5941650" y="37522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0"/>
                    </a:moveTo>
                    <a:cubicBezTo>
                      <a:pt x="244" y="0"/>
                      <a:pt x="0" y="537"/>
                      <a:pt x="318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1"/>
                      <a:pt x="1171" y="488"/>
                    </a:cubicBezTo>
                    <a:cubicBezTo>
                      <a:pt x="1171" y="220"/>
                      <a:pt x="952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5450200" y="4101050"/>
                <a:ext cx="360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40" extrusionOk="0">
                    <a:moveTo>
                      <a:pt x="708" y="0"/>
                    </a:moveTo>
                    <a:cubicBezTo>
                      <a:pt x="317" y="0"/>
                      <a:pt x="0" y="317"/>
                      <a:pt x="0" y="732"/>
                    </a:cubicBezTo>
                    <a:cubicBezTo>
                      <a:pt x="0" y="1122"/>
                      <a:pt x="317" y="1439"/>
                      <a:pt x="708" y="1439"/>
                    </a:cubicBezTo>
                    <a:cubicBezTo>
                      <a:pt x="1122" y="1439"/>
                      <a:pt x="1439" y="1122"/>
                      <a:pt x="1439" y="732"/>
                    </a:cubicBezTo>
                    <a:cubicBezTo>
                      <a:pt x="1439" y="317"/>
                      <a:pt x="1122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4803875" y="4384575"/>
                <a:ext cx="38425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317" extrusionOk="0">
                    <a:moveTo>
                      <a:pt x="878" y="0"/>
                    </a:moveTo>
                    <a:cubicBezTo>
                      <a:pt x="293" y="0"/>
                      <a:pt x="0" y="708"/>
                      <a:pt x="415" y="1122"/>
                    </a:cubicBezTo>
                    <a:cubicBezTo>
                      <a:pt x="549" y="1257"/>
                      <a:pt x="714" y="1317"/>
                      <a:pt x="876" y="1317"/>
                    </a:cubicBezTo>
                    <a:cubicBezTo>
                      <a:pt x="1213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5356900" y="4570550"/>
                <a:ext cx="35400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25"/>
                    </a:cubicBezTo>
                    <a:cubicBezTo>
                      <a:pt x="511" y="1153"/>
                      <a:pt x="663" y="1210"/>
                      <a:pt x="812" y="1210"/>
                    </a:cubicBezTo>
                    <a:cubicBezTo>
                      <a:pt x="1118" y="1210"/>
                      <a:pt x="1415" y="970"/>
                      <a:pt x="1415" y="610"/>
                    </a:cubicBezTo>
                    <a:cubicBezTo>
                      <a:pt x="1415" y="268"/>
                      <a:pt x="1147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4239250" y="4473550"/>
                <a:ext cx="390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0" extrusionOk="0">
                    <a:moveTo>
                      <a:pt x="942" y="1"/>
                    </a:moveTo>
                    <a:cubicBezTo>
                      <a:pt x="929" y="1"/>
                      <a:pt x="916" y="1"/>
                      <a:pt x="903" y="2"/>
                    </a:cubicBezTo>
                    <a:cubicBezTo>
                      <a:pt x="293" y="2"/>
                      <a:pt x="0" y="710"/>
                      <a:pt x="415" y="1124"/>
                    </a:cubicBezTo>
                    <a:cubicBezTo>
                      <a:pt x="557" y="1266"/>
                      <a:pt x="728" y="1329"/>
                      <a:pt x="893" y="1329"/>
                    </a:cubicBezTo>
                    <a:cubicBezTo>
                      <a:pt x="1238" y="1329"/>
                      <a:pt x="1561" y="1056"/>
                      <a:pt x="1561" y="661"/>
                    </a:cubicBezTo>
                    <a:cubicBezTo>
                      <a:pt x="1561" y="308"/>
                      <a:pt x="1289" y="1"/>
                      <a:pt x="9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4442300" y="4073600"/>
                <a:ext cx="32325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111" extrusionOk="0">
                    <a:moveTo>
                      <a:pt x="732" y="1"/>
                    </a:moveTo>
                    <a:cubicBezTo>
                      <a:pt x="244" y="1"/>
                      <a:pt x="0" y="586"/>
                      <a:pt x="342" y="952"/>
                    </a:cubicBezTo>
                    <a:cubicBezTo>
                      <a:pt x="459" y="1062"/>
                      <a:pt x="600" y="1111"/>
                      <a:pt x="736" y="1111"/>
                    </a:cubicBezTo>
                    <a:cubicBezTo>
                      <a:pt x="1024" y="1111"/>
                      <a:pt x="1293" y="892"/>
                      <a:pt x="1293" y="562"/>
                    </a:cubicBezTo>
                    <a:cubicBezTo>
                      <a:pt x="1293" y="245"/>
                      <a:pt x="1049" y="1"/>
                      <a:pt x="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4884975" y="3932750"/>
                <a:ext cx="28075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964" extrusionOk="0">
                    <a:moveTo>
                      <a:pt x="659" y="1"/>
                    </a:moveTo>
                    <a:cubicBezTo>
                      <a:pt x="220" y="1"/>
                      <a:pt x="0" y="513"/>
                      <a:pt x="317" y="830"/>
                    </a:cubicBezTo>
                    <a:cubicBezTo>
                      <a:pt x="410" y="923"/>
                      <a:pt x="525" y="964"/>
                      <a:pt x="638" y="964"/>
                    </a:cubicBezTo>
                    <a:cubicBezTo>
                      <a:pt x="883" y="964"/>
                      <a:pt x="1122" y="772"/>
                      <a:pt x="1122" y="488"/>
                    </a:cubicBezTo>
                    <a:cubicBezTo>
                      <a:pt x="1122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5108125" y="3604700"/>
                <a:ext cx="43925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0" extrusionOk="0">
                    <a:moveTo>
                      <a:pt x="1001" y="1"/>
                    </a:moveTo>
                    <a:cubicBezTo>
                      <a:pt x="342" y="1"/>
                      <a:pt x="1" y="806"/>
                      <a:pt x="489" y="1269"/>
                    </a:cubicBezTo>
                    <a:cubicBezTo>
                      <a:pt x="640" y="1429"/>
                      <a:pt x="828" y="1500"/>
                      <a:pt x="1013" y="1500"/>
                    </a:cubicBezTo>
                    <a:cubicBezTo>
                      <a:pt x="1392" y="1500"/>
                      <a:pt x="1757" y="1200"/>
                      <a:pt x="1757" y="757"/>
                    </a:cubicBezTo>
                    <a:cubicBezTo>
                      <a:pt x="1757" y="342"/>
                      <a:pt x="1415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5650200" y="3474850"/>
                <a:ext cx="329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34" extrusionOk="0">
                    <a:moveTo>
                      <a:pt x="756" y="0"/>
                    </a:moveTo>
                    <a:cubicBezTo>
                      <a:pt x="244" y="0"/>
                      <a:pt x="0" y="610"/>
                      <a:pt x="342" y="976"/>
                    </a:cubicBezTo>
                    <a:cubicBezTo>
                      <a:pt x="458" y="1085"/>
                      <a:pt x="600" y="1134"/>
                      <a:pt x="739" y="1134"/>
                    </a:cubicBezTo>
                    <a:cubicBezTo>
                      <a:pt x="1035" y="1134"/>
                      <a:pt x="1317" y="910"/>
                      <a:pt x="1317" y="561"/>
                    </a:cubicBezTo>
                    <a:cubicBezTo>
                      <a:pt x="1317" y="268"/>
                      <a:pt x="1073" y="0"/>
                      <a:pt x="7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5745925" y="30205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59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4"/>
                      <a:pt x="669" y="1004"/>
                    </a:cubicBezTo>
                    <a:cubicBezTo>
                      <a:pt x="926" y="1004"/>
                      <a:pt x="1171" y="802"/>
                      <a:pt x="1171" y="489"/>
                    </a:cubicBezTo>
                    <a:cubicBezTo>
                      <a:pt x="1171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5308725" y="3124225"/>
                <a:ext cx="3357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71" extrusionOk="0">
                    <a:moveTo>
                      <a:pt x="781" y="1"/>
                    </a:moveTo>
                    <a:cubicBezTo>
                      <a:pt x="245" y="1"/>
                      <a:pt x="1" y="635"/>
                      <a:pt x="367" y="1001"/>
                    </a:cubicBezTo>
                    <a:cubicBezTo>
                      <a:pt x="484" y="1118"/>
                      <a:pt x="626" y="1170"/>
                      <a:pt x="765" y="1170"/>
                    </a:cubicBezTo>
                    <a:cubicBezTo>
                      <a:pt x="1060" y="1170"/>
                      <a:pt x="1342" y="935"/>
                      <a:pt x="1342" y="586"/>
                    </a:cubicBezTo>
                    <a:cubicBezTo>
                      <a:pt x="1342" y="269"/>
                      <a:pt x="1098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4930700" y="3373625"/>
                <a:ext cx="28675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63" extrusionOk="0">
                    <a:moveTo>
                      <a:pt x="659" y="0"/>
                    </a:moveTo>
                    <a:cubicBezTo>
                      <a:pt x="220" y="0"/>
                      <a:pt x="0" y="513"/>
                      <a:pt x="317" y="830"/>
                    </a:cubicBezTo>
                    <a:cubicBezTo>
                      <a:pt x="409" y="921"/>
                      <a:pt x="525" y="963"/>
                      <a:pt x="641" y="963"/>
                    </a:cubicBezTo>
                    <a:cubicBezTo>
                      <a:pt x="894" y="963"/>
                      <a:pt x="1147" y="765"/>
                      <a:pt x="1147" y="464"/>
                    </a:cubicBezTo>
                    <a:cubicBezTo>
                      <a:pt x="1122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4678875" y="3074850"/>
                <a:ext cx="35375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1210" extrusionOk="0">
                    <a:moveTo>
                      <a:pt x="805" y="0"/>
                    </a:moveTo>
                    <a:cubicBezTo>
                      <a:pt x="269" y="0"/>
                      <a:pt x="0" y="659"/>
                      <a:pt x="391" y="1025"/>
                    </a:cubicBezTo>
                    <a:cubicBezTo>
                      <a:pt x="519" y="1153"/>
                      <a:pt x="673" y="1210"/>
                      <a:pt x="823" y="1210"/>
                    </a:cubicBezTo>
                    <a:cubicBezTo>
                      <a:pt x="1129" y="1210"/>
                      <a:pt x="1415" y="971"/>
                      <a:pt x="1415" y="610"/>
                    </a:cubicBezTo>
                    <a:cubicBezTo>
                      <a:pt x="1415" y="269"/>
                      <a:pt x="1147" y="0"/>
                      <a:pt x="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4385575" y="3488250"/>
                <a:ext cx="3540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1" extrusionOk="0">
                    <a:moveTo>
                      <a:pt x="806" y="1"/>
                    </a:moveTo>
                    <a:cubicBezTo>
                      <a:pt x="269" y="1"/>
                      <a:pt x="1" y="635"/>
                      <a:pt x="367" y="1025"/>
                    </a:cubicBezTo>
                    <a:cubicBezTo>
                      <a:pt x="495" y="1153"/>
                      <a:pt x="652" y="1210"/>
                      <a:pt x="805" y="1210"/>
                    </a:cubicBezTo>
                    <a:cubicBezTo>
                      <a:pt x="1118" y="1210"/>
                      <a:pt x="1416" y="971"/>
                      <a:pt x="1416" y="610"/>
                    </a:cubicBezTo>
                    <a:cubicBezTo>
                      <a:pt x="1416" y="269"/>
                      <a:pt x="1147" y="1"/>
                      <a:pt x="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3920350" y="3273025"/>
                <a:ext cx="360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18" extrusionOk="0">
                    <a:moveTo>
                      <a:pt x="830" y="0"/>
                    </a:moveTo>
                    <a:cubicBezTo>
                      <a:pt x="269" y="0"/>
                      <a:pt x="1" y="659"/>
                      <a:pt x="391" y="1049"/>
                    </a:cubicBezTo>
                    <a:cubicBezTo>
                      <a:pt x="515" y="1165"/>
                      <a:pt x="666" y="1217"/>
                      <a:pt x="814" y="1217"/>
                    </a:cubicBezTo>
                    <a:cubicBezTo>
                      <a:pt x="1133" y="1217"/>
                      <a:pt x="1440" y="976"/>
                      <a:pt x="1440" y="610"/>
                    </a:cubicBezTo>
                    <a:cubicBezTo>
                      <a:pt x="1440" y="268"/>
                      <a:pt x="1147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4127825" y="2744950"/>
                <a:ext cx="2547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875" extrusionOk="0">
                    <a:moveTo>
                      <a:pt x="574" y="1"/>
                    </a:moveTo>
                    <a:cubicBezTo>
                      <a:pt x="203" y="1"/>
                      <a:pt x="1" y="448"/>
                      <a:pt x="262" y="733"/>
                    </a:cubicBezTo>
                    <a:cubicBezTo>
                      <a:pt x="360" y="831"/>
                      <a:pt x="476" y="874"/>
                      <a:pt x="588" y="874"/>
                    </a:cubicBezTo>
                    <a:cubicBezTo>
                      <a:pt x="812" y="874"/>
                      <a:pt x="1018" y="701"/>
                      <a:pt x="1018" y="441"/>
                    </a:cubicBezTo>
                    <a:cubicBezTo>
                      <a:pt x="1018" y="197"/>
                      <a:pt x="848" y="2"/>
                      <a:pt x="604" y="2"/>
                    </a:cubicBezTo>
                    <a:cubicBezTo>
                      <a:pt x="594" y="1"/>
                      <a:pt x="584" y="1"/>
                      <a:pt x="5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3678275" y="2699250"/>
                <a:ext cx="366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258" extrusionOk="0">
                    <a:moveTo>
                      <a:pt x="830" y="0"/>
                    </a:moveTo>
                    <a:cubicBezTo>
                      <a:pt x="269" y="0"/>
                      <a:pt x="1" y="683"/>
                      <a:pt x="391" y="1074"/>
                    </a:cubicBezTo>
                    <a:cubicBezTo>
                      <a:pt x="518" y="1201"/>
                      <a:pt x="676" y="1258"/>
                      <a:pt x="832" y="1258"/>
                    </a:cubicBezTo>
                    <a:cubicBezTo>
                      <a:pt x="1154" y="1258"/>
                      <a:pt x="1464" y="1013"/>
                      <a:pt x="1464" y="635"/>
                    </a:cubicBezTo>
                    <a:cubicBezTo>
                      <a:pt x="1464" y="293"/>
                      <a:pt x="1172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3188650" y="2755350"/>
                <a:ext cx="415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1416" extrusionOk="0">
                    <a:moveTo>
                      <a:pt x="952" y="0"/>
                    </a:moveTo>
                    <a:cubicBezTo>
                      <a:pt x="318" y="0"/>
                      <a:pt x="1" y="756"/>
                      <a:pt x="440" y="1195"/>
                    </a:cubicBezTo>
                    <a:cubicBezTo>
                      <a:pt x="592" y="1348"/>
                      <a:pt x="777" y="1416"/>
                      <a:pt x="955" y="1416"/>
                    </a:cubicBezTo>
                    <a:cubicBezTo>
                      <a:pt x="1319" y="1416"/>
                      <a:pt x="1659" y="1133"/>
                      <a:pt x="1659" y="708"/>
                    </a:cubicBezTo>
                    <a:cubicBezTo>
                      <a:pt x="1659" y="317"/>
                      <a:pt x="1342" y="0"/>
                      <a:pt x="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2877700" y="1839525"/>
                <a:ext cx="4147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1416" extrusionOk="0">
                    <a:moveTo>
                      <a:pt x="951" y="0"/>
                    </a:moveTo>
                    <a:cubicBezTo>
                      <a:pt x="317" y="0"/>
                      <a:pt x="0" y="756"/>
                      <a:pt x="464" y="1195"/>
                    </a:cubicBezTo>
                    <a:cubicBezTo>
                      <a:pt x="608" y="1348"/>
                      <a:pt x="787" y="1416"/>
                      <a:pt x="962" y="1416"/>
                    </a:cubicBezTo>
                    <a:cubicBezTo>
                      <a:pt x="1318" y="1416"/>
                      <a:pt x="1659" y="1133"/>
                      <a:pt x="1659" y="707"/>
                    </a:cubicBezTo>
                    <a:cubicBezTo>
                      <a:pt x="1659" y="317"/>
                      <a:pt x="1342" y="0"/>
                      <a:pt x="9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2691725" y="2346825"/>
                <a:ext cx="390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41" extrusionOk="0">
                    <a:moveTo>
                      <a:pt x="878" y="0"/>
                    </a:moveTo>
                    <a:cubicBezTo>
                      <a:pt x="293" y="0"/>
                      <a:pt x="0" y="732"/>
                      <a:pt x="415" y="1147"/>
                    </a:cubicBezTo>
                    <a:cubicBezTo>
                      <a:pt x="549" y="1281"/>
                      <a:pt x="717" y="1341"/>
                      <a:pt x="882" y="1341"/>
                    </a:cubicBezTo>
                    <a:cubicBezTo>
                      <a:pt x="1227" y="1341"/>
                      <a:pt x="1561" y="1079"/>
                      <a:pt x="1561" y="683"/>
                    </a:cubicBezTo>
                    <a:cubicBezTo>
                      <a:pt x="1561" y="317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2145400" y="2583400"/>
                <a:ext cx="2867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80" extrusionOk="0">
                    <a:moveTo>
                      <a:pt x="659" y="0"/>
                    </a:moveTo>
                    <a:cubicBezTo>
                      <a:pt x="220" y="0"/>
                      <a:pt x="0" y="537"/>
                      <a:pt x="317" y="830"/>
                    </a:cubicBezTo>
                    <a:cubicBezTo>
                      <a:pt x="421" y="933"/>
                      <a:pt x="545" y="980"/>
                      <a:pt x="666" y="980"/>
                    </a:cubicBezTo>
                    <a:cubicBezTo>
                      <a:pt x="914" y="980"/>
                      <a:pt x="1146" y="784"/>
                      <a:pt x="1146" y="488"/>
                    </a:cubicBezTo>
                    <a:cubicBezTo>
                      <a:pt x="1146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1069975" y="2522400"/>
                <a:ext cx="28500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981" extrusionOk="0">
                    <a:moveTo>
                      <a:pt x="646" y="1"/>
                    </a:moveTo>
                    <a:cubicBezTo>
                      <a:pt x="204" y="1"/>
                      <a:pt x="0" y="521"/>
                      <a:pt x="286" y="831"/>
                    </a:cubicBezTo>
                    <a:cubicBezTo>
                      <a:pt x="390" y="934"/>
                      <a:pt x="517" y="981"/>
                      <a:pt x="641" y="981"/>
                    </a:cubicBezTo>
                    <a:cubicBezTo>
                      <a:pt x="897" y="981"/>
                      <a:pt x="1140" y="785"/>
                      <a:pt x="1140" y="489"/>
                    </a:cubicBezTo>
                    <a:cubicBezTo>
                      <a:pt x="1140" y="221"/>
                      <a:pt x="920" y="1"/>
                      <a:pt x="676" y="1"/>
                    </a:cubicBezTo>
                    <a:cubicBezTo>
                      <a:pt x="666" y="1"/>
                      <a:pt x="656" y="1"/>
                      <a:pt x="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1635025" y="2418775"/>
                <a:ext cx="45150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547" extrusionOk="0">
                    <a:moveTo>
                      <a:pt x="1050" y="0"/>
                    </a:moveTo>
                    <a:cubicBezTo>
                      <a:pt x="367" y="0"/>
                      <a:pt x="1" y="829"/>
                      <a:pt x="489" y="1317"/>
                    </a:cubicBezTo>
                    <a:cubicBezTo>
                      <a:pt x="647" y="1476"/>
                      <a:pt x="842" y="1547"/>
                      <a:pt x="1033" y="1547"/>
                    </a:cubicBezTo>
                    <a:cubicBezTo>
                      <a:pt x="1428" y="1547"/>
                      <a:pt x="1806" y="1241"/>
                      <a:pt x="1806" y="781"/>
                    </a:cubicBezTo>
                    <a:cubicBezTo>
                      <a:pt x="1806" y="366"/>
                      <a:pt x="1464" y="0"/>
                      <a:pt x="1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1631975" y="1820000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1"/>
                    </a:moveTo>
                    <a:cubicBezTo>
                      <a:pt x="342" y="1"/>
                      <a:pt x="1" y="805"/>
                      <a:pt x="489" y="1269"/>
                    </a:cubicBezTo>
                    <a:cubicBezTo>
                      <a:pt x="640" y="1420"/>
                      <a:pt x="826" y="1488"/>
                      <a:pt x="1007" y="1488"/>
                    </a:cubicBezTo>
                    <a:cubicBezTo>
                      <a:pt x="1379" y="1488"/>
                      <a:pt x="1733" y="1200"/>
                      <a:pt x="1733" y="757"/>
                    </a:cubicBezTo>
                    <a:cubicBezTo>
                      <a:pt x="1733" y="342"/>
                      <a:pt x="1416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1595400" y="2941925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0"/>
                    </a:moveTo>
                    <a:cubicBezTo>
                      <a:pt x="318" y="0"/>
                      <a:pt x="1" y="805"/>
                      <a:pt x="464" y="1269"/>
                    </a:cubicBezTo>
                    <a:cubicBezTo>
                      <a:pt x="615" y="1420"/>
                      <a:pt x="803" y="1488"/>
                      <a:pt x="988" y="1488"/>
                    </a:cubicBezTo>
                    <a:cubicBezTo>
                      <a:pt x="1368" y="1488"/>
                      <a:pt x="1732" y="1200"/>
                      <a:pt x="1732" y="757"/>
                    </a:cubicBezTo>
                    <a:cubicBezTo>
                      <a:pt x="1732" y="342"/>
                      <a:pt x="1391" y="0"/>
                      <a:pt x="1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2123450" y="2015725"/>
                <a:ext cx="2685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905" extrusionOk="0">
                    <a:moveTo>
                      <a:pt x="610" y="1"/>
                    </a:moveTo>
                    <a:cubicBezTo>
                      <a:pt x="195" y="1"/>
                      <a:pt x="0" y="488"/>
                      <a:pt x="293" y="781"/>
                    </a:cubicBezTo>
                    <a:cubicBezTo>
                      <a:pt x="385" y="866"/>
                      <a:pt x="497" y="904"/>
                      <a:pt x="607" y="904"/>
                    </a:cubicBezTo>
                    <a:cubicBezTo>
                      <a:pt x="845" y="904"/>
                      <a:pt x="1073" y="723"/>
                      <a:pt x="1073" y="440"/>
                    </a:cubicBezTo>
                    <a:cubicBezTo>
                      <a:pt x="1073" y="196"/>
                      <a:pt x="854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2566100" y="1729150"/>
                <a:ext cx="34800" cy="3000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0" extrusionOk="0">
                    <a:moveTo>
                      <a:pt x="781" y="0"/>
                    </a:moveTo>
                    <a:cubicBezTo>
                      <a:pt x="245" y="0"/>
                      <a:pt x="1" y="635"/>
                      <a:pt x="367" y="1025"/>
                    </a:cubicBezTo>
                    <a:cubicBezTo>
                      <a:pt x="487" y="1145"/>
                      <a:pt x="636" y="1199"/>
                      <a:pt x="782" y="1199"/>
                    </a:cubicBezTo>
                    <a:cubicBezTo>
                      <a:pt x="1080" y="1199"/>
                      <a:pt x="1367" y="971"/>
                      <a:pt x="1367" y="610"/>
                    </a:cubicBezTo>
                    <a:cubicBezTo>
                      <a:pt x="1391" y="269"/>
                      <a:pt x="112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2911225" y="1498675"/>
                <a:ext cx="38450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317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49" y="1256"/>
                      <a:pt x="714" y="1317"/>
                      <a:pt x="876" y="1317"/>
                    </a:cubicBezTo>
                    <a:cubicBezTo>
                      <a:pt x="1214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3150250" y="1059650"/>
                <a:ext cx="43925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7" extrusionOk="0">
                    <a:moveTo>
                      <a:pt x="1000" y="1"/>
                    </a:moveTo>
                    <a:cubicBezTo>
                      <a:pt x="317" y="1"/>
                      <a:pt x="0" y="806"/>
                      <a:pt x="464" y="1293"/>
                    </a:cubicBezTo>
                    <a:cubicBezTo>
                      <a:pt x="618" y="1440"/>
                      <a:pt x="805" y="1506"/>
                      <a:pt x="987" y="1506"/>
                    </a:cubicBezTo>
                    <a:cubicBezTo>
                      <a:pt x="1381" y="1506"/>
                      <a:pt x="1756" y="1199"/>
                      <a:pt x="1756" y="732"/>
                    </a:cubicBezTo>
                    <a:cubicBezTo>
                      <a:pt x="1732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2714275" y="688900"/>
                <a:ext cx="3235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71" extrusionOk="0">
                    <a:moveTo>
                      <a:pt x="699" y="0"/>
                    </a:moveTo>
                    <a:cubicBezTo>
                      <a:pt x="686" y="0"/>
                      <a:pt x="673" y="1"/>
                      <a:pt x="659" y="2"/>
                    </a:cubicBezTo>
                    <a:cubicBezTo>
                      <a:pt x="293" y="2"/>
                      <a:pt x="25" y="270"/>
                      <a:pt x="1" y="636"/>
                    </a:cubicBezTo>
                    <a:cubicBezTo>
                      <a:pt x="1" y="977"/>
                      <a:pt x="293" y="1270"/>
                      <a:pt x="659" y="1270"/>
                    </a:cubicBezTo>
                    <a:cubicBezTo>
                      <a:pt x="1001" y="1270"/>
                      <a:pt x="1293" y="977"/>
                      <a:pt x="1293" y="636"/>
                    </a:cubicBezTo>
                    <a:cubicBezTo>
                      <a:pt x="1293" y="284"/>
                      <a:pt x="1023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2222825" y="627950"/>
                <a:ext cx="232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928" extrusionOk="0">
                    <a:moveTo>
                      <a:pt x="464" y="1"/>
                    </a:moveTo>
                    <a:cubicBezTo>
                      <a:pt x="196" y="1"/>
                      <a:pt x="1" y="196"/>
                      <a:pt x="1" y="464"/>
                    </a:cubicBezTo>
                    <a:cubicBezTo>
                      <a:pt x="1" y="708"/>
                      <a:pt x="196" y="928"/>
                      <a:pt x="464" y="928"/>
                    </a:cubicBezTo>
                    <a:cubicBezTo>
                      <a:pt x="708" y="928"/>
                      <a:pt x="927" y="708"/>
                      <a:pt x="927" y="464"/>
                    </a:cubicBezTo>
                    <a:cubicBezTo>
                      <a:pt x="927" y="196"/>
                      <a:pt x="708" y="1"/>
                      <a:pt x="4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2000275" y="1260250"/>
                <a:ext cx="25025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858" extrusionOk="0">
                    <a:moveTo>
                      <a:pt x="561" y="1"/>
                    </a:moveTo>
                    <a:cubicBezTo>
                      <a:pt x="195" y="1"/>
                      <a:pt x="0" y="464"/>
                      <a:pt x="269" y="733"/>
                    </a:cubicBezTo>
                    <a:cubicBezTo>
                      <a:pt x="355" y="819"/>
                      <a:pt x="462" y="857"/>
                      <a:pt x="567" y="857"/>
                    </a:cubicBezTo>
                    <a:cubicBezTo>
                      <a:pt x="787" y="857"/>
                      <a:pt x="1000" y="688"/>
                      <a:pt x="1000" y="440"/>
                    </a:cubicBezTo>
                    <a:cubicBezTo>
                      <a:pt x="1000" y="196"/>
                      <a:pt x="805" y="1"/>
                      <a:pt x="5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2517325" y="1105375"/>
                <a:ext cx="449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4" extrusionOk="0">
                    <a:moveTo>
                      <a:pt x="1025" y="1"/>
                    </a:moveTo>
                    <a:cubicBezTo>
                      <a:pt x="342" y="1"/>
                      <a:pt x="1" y="830"/>
                      <a:pt x="489" y="1294"/>
                    </a:cubicBezTo>
                    <a:cubicBezTo>
                      <a:pt x="647" y="1452"/>
                      <a:pt x="842" y="1523"/>
                      <a:pt x="1032" y="1523"/>
                    </a:cubicBezTo>
                    <a:cubicBezTo>
                      <a:pt x="1425" y="1523"/>
                      <a:pt x="1798" y="1218"/>
                      <a:pt x="1781" y="757"/>
                    </a:cubicBezTo>
                    <a:cubicBezTo>
                      <a:pt x="1781" y="342"/>
                      <a:pt x="1440" y="1"/>
                      <a:pt x="1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1047850" y="1188300"/>
                <a:ext cx="268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075" extrusionOk="0">
                    <a:moveTo>
                      <a:pt x="537" y="1"/>
                    </a:moveTo>
                    <a:cubicBezTo>
                      <a:pt x="244" y="1"/>
                      <a:pt x="1" y="245"/>
                      <a:pt x="1" y="537"/>
                    </a:cubicBezTo>
                    <a:cubicBezTo>
                      <a:pt x="1" y="830"/>
                      <a:pt x="244" y="1074"/>
                      <a:pt x="537" y="1074"/>
                    </a:cubicBezTo>
                    <a:cubicBezTo>
                      <a:pt x="830" y="1074"/>
                      <a:pt x="1074" y="830"/>
                      <a:pt x="1074" y="537"/>
                    </a:cubicBezTo>
                    <a:cubicBezTo>
                      <a:pt x="1074" y="245"/>
                      <a:pt x="830" y="1"/>
                      <a:pt x="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1070575" y="1569375"/>
                <a:ext cx="27300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46" extrusionOk="0">
                    <a:moveTo>
                      <a:pt x="622" y="1"/>
                    </a:moveTo>
                    <a:cubicBezTo>
                      <a:pt x="204" y="1"/>
                      <a:pt x="1" y="497"/>
                      <a:pt x="287" y="806"/>
                    </a:cubicBezTo>
                    <a:cubicBezTo>
                      <a:pt x="382" y="902"/>
                      <a:pt x="501" y="945"/>
                      <a:pt x="618" y="945"/>
                    </a:cubicBezTo>
                    <a:cubicBezTo>
                      <a:pt x="859" y="945"/>
                      <a:pt x="1092" y="760"/>
                      <a:pt x="1092" y="465"/>
                    </a:cubicBezTo>
                    <a:cubicBezTo>
                      <a:pt x="1092" y="221"/>
                      <a:pt x="896" y="1"/>
                      <a:pt x="652" y="1"/>
                    </a:cubicBezTo>
                    <a:cubicBezTo>
                      <a:pt x="642" y="1"/>
                      <a:pt x="632" y="1"/>
                      <a:pt x="6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1261875" y="2072425"/>
                <a:ext cx="286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172" extrusionOk="0">
                    <a:moveTo>
                      <a:pt x="586" y="1"/>
                    </a:moveTo>
                    <a:cubicBezTo>
                      <a:pt x="269" y="1"/>
                      <a:pt x="0" y="269"/>
                      <a:pt x="0" y="586"/>
                    </a:cubicBezTo>
                    <a:cubicBezTo>
                      <a:pt x="0" y="903"/>
                      <a:pt x="269" y="1172"/>
                      <a:pt x="586" y="1172"/>
                    </a:cubicBezTo>
                    <a:cubicBezTo>
                      <a:pt x="903" y="1172"/>
                      <a:pt x="1147" y="903"/>
                      <a:pt x="1147" y="586"/>
                    </a:cubicBezTo>
                    <a:cubicBezTo>
                      <a:pt x="1147" y="269"/>
                      <a:pt x="903" y="1"/>
                      <a:pt x="5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538725" y="2057800"/>
                <a:ext cx="292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172" extrusionOk="0">
                    <a:moveTo>
                      <a:pt x="610" y="1"/>
                    </a:moveTo>
                    <a:cubicBezTo>
                      <a:pt x="268" y="1"/>
                      <a:pt x="0" y="269"/>
                      <a:pt x="0" y="586"/>
                    </a:cubicBezTo>
                    <a:cubicBezTo>
                      <a:pt x="0" y="903"/>
                      <a:pt x="268" y="1171"/>
                      <a:pt x="585" y="1171"/>
                    </a:cubicBezTo>
                    <a:cubicBezTo>
                      <a:pt x="927" y="1171"/>
                      <a:pt x="1171" y="903"/>
                      <a:pt x="1171" y="586"/>
                    </a:cubicBezTo>
                    <a:cubicBezTo>
                      <a:pt x="1171" y="269"/>
                      <a:pt x="927" y="25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14925" y="1357200"/>
                <a:ext cx="244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001" extrusionOk="0">
                    <a:moveTo>
                      <a:pt x="489" y="1"/>
                    </a:moveTo>
                    <a:cubicBezTo>
                      <a:pt x="220" y="1"/>
                      <a:pt x="1" y="220"/>
                      <a:pt x="1" y="489"/>
                    </a:cubicBezTo>
                    <a:cubicBezTo>
                      <a:pt x="1" y="757"/>
                      <a:pt x="220" y="976"/>
                      <a:pt x="489" y="1001"/>
                    </a:cubicBezTo>
                    <a:cubicBezTo>
                      <a:pt x="757" y="1001"/>
                      <a:pt x="977" y="781"/>
                      <a:pt x="977" y="489"/>
                    </a:cubicBezTo>
                    <a:cubicBezTo>
                      <a:pt x="977" y="220"/>
                      <a:pt x="757" y="1"/>
                      <a:pt x="4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739925" y="939525"/>
                <a:ext cx="305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1" extrusionOk="0">
                    <a:moveTo>
                      <a:pt x="610" y="1"/>
                    </a:moveTo>
                    <a:cubicBezTo>
                      <a:pt x="269" y="1"/>
                      <a:pt x="1" y="269"/>
                      <a:pt x="1" y="611"/>
                    </a:cubicBezTo>
                    <a:cubicBezTo>
                      <a:pt x="1" y="952"/>
                      <a:pt x="269" y="1220"/>
                      <a:pt x="610" y="1220"/>
                    </a:cubicBezTo>
                    <a:cubicBezTo>
                      <a:pt x="928" y="1220"/>
                      <a:pt x="1220" y="952"/>
                      <a:pt x="1220" y="611"/>
                    </a:cubicBezTo>
                    <a:cubicBezTo>
                      <a:pt x="1220" y="269"/>
                      <a:pt x="928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1433200" y="1076125"/>
                <a:ext cx="348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17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00"/>
                    </a:cubicBezTo>
                    <a:cubicBezTo>
                      <a:pt x="508" y="1117"/>
                      <a:pt x="653" y="1169"/>
                      <a:pt x="795" y="1169"/>
                    </a:cubicBezTo>
                    <a:cubicBezTo>
                      <a:pt x="1098" y="1169"/>
                      <a:pt x="1391" y="934"/>
                      <a:pt x="1391" y="586"/>
                    </a:cubicBezTo>
                    <a:cubicBezTo>
                      <a:pt x="1367" y="268"/>
                      <a:pt x="1123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1437475" y="597475"/>
                <a:ext cx="30525" cy="3050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0" extrusionOk="0">
                    <a:moveTo>
                      <a:pt x="610" y="0"/>
                    </a:moveTo>
                    <a:cubicBezTo>
                      <a:pt x="293" y="0"/>
                      <a:pt x="1" y="269"/>
                      <a:pt x="1" y="610"/>
                    </a:cubicBezTo>
                    <a:cubicBezTo>
                      <a:pt x="1" y="952"/>
                      <a:pt x="293" y="1220"/>
                      <a:pt x="610" y="1220"/>
                    </a:cubicBezTo>
                    <a:cubicBezTo>
                      <a:pt x="952" y="1220"/>
                      <a:pt x="1220" y="952"/>
                      <a:pt x="1220" y="610"/>
                    </a:cubicBezTo>
                    <a:cubicBezTo>
                      <a:pt x="1220" y="269"/>
                      <a:pt x="952" y="0"/>
                      <a:pt x="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957000" y="13066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6008725" y="43723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2"/>
                      <a:pt x="1171" y="488"/>
                    </a:cubicBezTo>
                    <a:cubicBezTo>
                      <a:pt x="1171" y="220"/>
                      <a:pt x="952" y="1"/>
                      <a:pt x="6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505050" y="4552250"/>
                <a:ext cx="39050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3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52" y="1268"/>
                      <a:pt x="724" y="1333"/>
                      <a:pt x="893" y="1333"/>
                    </a:cubicBezTo>
                    <a:cubicBezTo>
                      <a:pt x="1234" y="1333"/>
                      <a:pt x="1562" y="1067"/>
                      <a:pt x="1562" y="659"/>
                    </a:cubicBezTo>
                    <a:cubicBezTo>
                      <a:pt x="1562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2975" y="3983975"/>
                <a:ext cx="323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104" extrusionOk="0">
                    <a:moveTo>
                      <a:pt x="733" y="0"/>
                    </a:moveTo>
                    <a:cubicBezTo>
                      <a:pt x="245" y="0"/>
                      <a:pt x="1" y="586"/>
                      <a:pt x="342" y="927"/>
                    </a:cubicBezTo>
                    <a:cubicBezTo>
                      <a:pt x="456" y="1049"/>
                      <a:pt x="600" y="1103"/>
                      <a:pt x="741" y="1103"/>
                    </a:cubicBezTo>
                    <a:cubicBezTo>
                      <a:pt x="1023" y="1103"/>
                      <a:pt x="1294" y="887"/>
                      <a:pt x="1294" y="561"/>
                    </a:cubicBezTo>
                    <a:cubicBezTo>
                      <a:pt x="1294" y="244"/>
                      <a:pt x="1050" y="0"/>
                      <a:pt x="7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6193475" y="3453500"/>
                <a:ext cx="45750" cy="3927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571" extrusionOk="0">
                    <a:moveTo>
                      <a:pt x="1049" y="0"/>
                    </a:moveTo>
                    <a:cubicBezTo>
                      <a:pt x="342" y="0"/>
                      <a:pt x="0" y="854"/>
                      <a:pt x="488" y="1342"/>
                    </a:cubicBezTo>
                    <a:cubicBezTo>
                      <a:pt x="646" y="1500"/>
                      <a:pt x="842" y="1571"/>
                      <a:pt x="1035" y="1571"/>
                    </a:cubicBezTo>
                    <a:cubicBezTo>
                      <a:pt x="1439" y="1571"/>
                      <a:pt x="1830" y="1259"/>
                      <a:pt x="1830" y="781"/>
                    </a:cubicBezTo>
                    <a:cubicBezTo>
                      <a:pt x="1805" y="342"/>
                      <a:pt x="1464" y="0"/>
                      <a:pt x="1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6518475" y="3435200"/>
                <a:ext cx="4392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483" extrusionOk="0">
                    <a:moveTo>
                      <a:pt x="1000" y="1"/>
                    </a:moveTo>
                    <a:cubicBezTo>
                      <a:pt x="342" y="1"/>
                      <a:pt x="0" y="781"/>
                      <a:pt x="464" y="1269"/>
                    </a:cubicBezTo>
                    <a:cubicBezTo>
                      <a:pt x="619" y="1417"/>
                      <a:pt x="804" y="1483"/>
                      <a:pt x="985" y="1483"/>
                    </a:cubicBezTo>
                    <a:cubicBezTo>
                      <a:pt x="1372" y="1483"/>
                      <a:pt x="1740" y="1181"/>
                      <a:pt x="1756" y="732"/>
                    </a:cubicBezTo>
                    <a:cubicBezTo>
                      <a:pt x="1756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6289200" y="2962650"/>
                <a:ext cx="396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34" extrusionOk="0">
                    <a:moveTo>
                      <a:pt x="903" y="1"/>
                    </a:moveTo>
                    <a:cubicBezTo>
                      <a:pt x="318" y="1"/>
                      <a:pt x="1" y="708"/>
                      <a:pt x="440" y="1123"/>
                    </a:cubicBezTo>
                    <a:cubicBezTo>
                      <a:pt x="577" y="1268"/>
                      <a:pt x="749" y="1333"/>
                      <a:pt x="918" y="1333"/>
                    </a:cubicBezTo>
                    <a:cubicBezTo>
                      <a:pt x="1259" y="1333"/>
                      <a:pt x="1586" y="1067"/>
                      <a:pt x="1586" y="659"/>
                    </a:cubicBezTo>
                    <a:cubicBezTo>
                      <a:pt x="1586" y="293"/>
                      <a:pt x="1269" y="1"/>
                      <a:pt x="9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6033725" y="2570600"/>
                <a:ext cx="299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8" extrusionOk="0">
                    <a:moveTo>
                      <a:pt x="683" y="0"/>
                    </a:moveTo>
                    <a:cubicBezTo>
                      <a:pt x="220" y="0"/>
                      <a:pt x="0" y="537"/>
                      <a:pt x="317" y="878"/>
                    </a:cubicBezTo>
                    <a:cubicBezTo>
                      <a:pt x="420" y="981"/>
                      <a:pt x="549" y="1027"/>
                      <a:pt x="675" y="1027"/>
                    </a:cubicBezTo>
                    <a:cubicBezTo>
                      <a:pt x="939" y="1027"/>
                      <a:pt x="1195" y="826"/>
                      <a:pt x="1195" y="512"/>
                    </a:cubicBezTo>
                    <a:cubicBezTo>
                      <a:pt x="1195" y="220"/>
                      <a:pt x="976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5941650" y="37522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0"/>
                    </a:moveTo>
                    <a:cubicBezTo>
                      <a:pt x="244" y="0"/>
                      <a:pt x="0" y="537"/>
                      <a:pt x="318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1"/>
                      <a:pt x="1171" y="488"/>
                    </a:cubicBezTo>
                    <a:cubicBezTo>
                      <a:pt x="1171" y="220"/>
                      <a:pt x="952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5450200" y="4101050"/>
                <a:ext cx="360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40" extrusionOk="0">
                    <a:moveTo>
                      <a:pt x="708" y="0"/>
                    </a:moveTo>
                    <a:cubicBezTo>
                      <a:pt x="317" y="0"/>
                      <a:pt x="0" y="317"/>
                      <a:pt x="0" y="732"/>
                    </a:cubicBezTo>
                    <a:cubicBezTo>
                      <a:pt x="0" y="1122"/>
                      <a:pt x="317" y="1439"/>
                      <a:pt x="708" y="1439"/>
                    </a:cubicBezTo>
                    <a:cubicBezTo>
                      <a:pt x="1122" y="1439"/>
                      <a:pt x="1439" y="1122"/>
                      <a:pt x="1439" y="732"/>
                    </a:cubicBezTo>
                    <a:cubicBezTo>
                      <a:pt x="1439" y="317"/>
                      <a:pt x="1122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4803875" y="4384575"/>
                <a:ext cx="38425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317" extrusionOk="0">
                    <a:moveTo>
                      <a:pt x="878" y="0"/>
                    </a:moveTo>
                    <a:cubicBezTo>
                      <a:pt x="293" y="0"/>
                      <a:pt x="0" y="708"/>
                      <a:pt x="415" y="1122"/>
                    </a:cubicBezTo>
                    <a:cubicBezTo>
                      <a:pt x="549" y="1257"/>
                      <a:pt x="714" y="1317"/>
                      <a:pt x="876" y="1317"/>
                    </a:cubicBezTo>
                    <a:cubicBezTo>
                      <a:pt x="1213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5356900" y="4570550"/>
                <a:ext cx="35400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25"/>
                    </a:cubicBezTo>
                    <a:cubicBezTo>
                      <a:pt x="511" y="1153"/>
                      <a:pt x="663" y="1210"/>
                      <a:pt x="812" y="1210"/>
                    </a:cubicBezTo>
                    <a:cubicBezTo>
                      <a:pt x="1118" y="1210"/>
                      <a:pt x="1415" y="970"/>
                      <a:pt x="1415" y="610"/>
                    </a:cubicBezTo>
                    <a:cubicBezTo>
                      <a:pt x="1415" y="268"/>
                      <a:pt x="1147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4239250" y="4473550"/>
                <a:ext cx="390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0" extrusionOk="0">
                    <a:moveTo>
                      <a:pt x="942" y="1"/>
                    </a:moveTo>
                    <a:cubicBezTo>
                      <a:pt x="929" y="1"/>
                      <a:pt x="916" y="1"/>
                      <a:pt x="903" y="2"/>
                    </a:cubicBezTo>
                    <a:cubicBezTo>
                      <a:pt x="293" y="2"/>
                      <a:pt x="0" y="710"/>
                      <a:pt x="415" y="1124"/>
                    </a:cubicBezTo>
                    <a:cubicBezTo>
                      <a:pt x="557" y="1266"/>
                      <a:pt x="728" y="1329"/>
                      <a:pt x="893" y="1329"/>
                    </a:cubicBezTo>
                    <a:cubicBezTo>
                      <a:pt x="1238" y="1329"/>
                      <a:pt x="1561" y="1056"/>
                      <a:pt x="1561" y="661"/>
                    </a:cubicBezTo>
                    <a:cubicBezTo>
                      <a:pt x="1561" y="308"/>
                      <a:pt x="1289" y="1"/>
                      <a:pt x="9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442300" y="4073600"/>
                <a:ext cx="32325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111" extrusionOk="0">
                    <a:moveTo>
                      <a:pt x="732" y="1"/>
                    </a:moveTo>
                    <a:cubicBezTo>
                      <a:pt x="244" y="1"/>
                      <a:pt x="0" y="586"/>
                      <a:pt x="342" y="952"/>
                    </a:cubicBezTo>
                    <a:cubicBezTo>
                      <a:pt x="459" y="1062"/>
                      <a:pt x="600" y="1111"/>
                      <a:pt x="736" y="1111"/>
                    </a:cubicBezTo>
                    <a:cubicBezTo>
                      <a:pt x="1024" y="1111"/>
                      <a:pt x="1293" y="892"/>
                      <a:pt x="1293" y="562"/>
                    </a:cubicBezTo>
                    <a:cubicBezTo>
                      <a:pt x="1293" y="245"/>
                      <a:pt x="1049" y="1"/>
                      <a:pt x="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884975" y="3932750"/>
                <a:ext cx="28075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964" extrusionOk="0">
                    <a:moveTo>
                      <a:pt x="659" y="1"/>
                    </a:moveTo>
                    <a:cubicBezTo>
                      <a:pt x="220" y="1"/>
                      <a:pt x="0" y="513"/>
                      <a:pt x="317" y="830"/>
                    </a:cubicBezTo>
                    <a:cubicBezTo>
                      <a:pt x="410" y="923"/>
                      <a:pt x="525" y="964"/>
                      <a:pt x="638" y="964"/>
                    </a:cubicBezTo>
                    <a:cubicBezTo>
                      <a:pt x="883" y="964"/>
                      <a:pt x="1122" y="772"/>
                      <a:pt x="1122" y="488"/>
                    </a:cubicBezTo>
                    <a:cubicBezTo>
                      <a:pt x="1122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5108125" y="3604700"/>
                <a:ext cx="43925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0" extrusionOk="0">
                    <a:moveTo>
                      <a:pt x="1001" y="1"/>
                    </a:moveTo>
                    <a:cubicBezTo>
                      <a:pt x="342" y="1"/>
                      <a:pt x="1" y="806"/>
                      <a:pt x="489" y="1269"/>
                    </a:cubicBezTo>
                    <a:cubicBezTo>
                      <a:pt x="640" y="1429"/>
                      <a:pt x="828" y="1500"/>
                      <a:pt x="1013" y="1500"/>
                    </a:cubicBezTo>
                    <a:cubicBezTo>
                      <a:pt x="1392" y="1500"/>
                      <a:pt x="1757" y="1200"/>
                      <a:pt x="1757" y="757"/>
                    </a:cubicBezTo>
                    <a:cubicBezTo>
                      <a:pt x="1757" y="342"/>
                      <a:pt x="1415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5650200" y="3474850"/>
                <a:ext cx="329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34" extrusionOk="0">
                    <a:moveTo>
                      <a:pt x="756" y="0"/>
                    </a:moveTo>
                    <a:cubicBezTo>
                      <a:pt x="244" y="0"/>
                      <a:pt x="0" y="610"/>
                      <a:pt x="342" y="976"/>
                    </a:cubicBezTo>
                    <a:cubicBezTo>
                      <a:pt x="458" y="1085"/>
                      <a:pt x="600" y="1134"/>
                      <a:pt x="739" y="1134"/>
                    </a:cubicBezTo>
                    <a:cubicBezTo>
                      <a:pt x="1035" y="1134"/>
                      <a:pt x="1317" y="910"/>
                      <a:pt x="1317" y="561"/>
                    </a:cubicBezTo>
                    <a:cubicBezTo>
                      <a:pt x="1317" y="268"/>
                      <a:pt x="1073" y="0"/>
                      <a:pt x="7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5745925" y="30205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59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4"/>
                      <a:pt x="669" y="1004"/>
                    </a:cubicBezTo>
                    <a:cubicBezTo>
                      <a:pt x="926" y="1004"/>
                      <a:pt x="1171" y="802"/>
                      <a:pt x="1171" y="489"/>
                    </a:cubicBezTo>
                    <a:cubicBezTo>
                      <a:pt x="1171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5308725" y="3124225"/>
                <a:ext cx="3357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71" extrusionOk="0">
                    <a:moveTo>
                      <a:pt x="781" y="1"/>
                    </a:moveTo>
                    <a:cubicBezTo>
                      <a:pt x="245" y="1"/>
                      <a:pt x="1" y="635"/>
                      <a:pt x="367" y="1001"/>
                    </a:cubicBezTo>
                    <a:cubicBezTo>
                      <a:pt x="484" y="1118"/>
                      <a:pt x="626" y="1170"/>
                      <a:pt x="765" y="1170"/>
                    </a:cubicBezTo>
                    <a:cubicBezTo>
                      <a:pt x="1060" y="1170"/>
                      <a:pt x="1342" y="935"/>
                      <a:pt x="1342" y="586"/>
                    </a:cubicBezTo>
                    <a:cubicBezTo>
                      <a:pt x="1342" y="269"/>
                      <a:pt x="1098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4930700" y="3373625"/>
                <a:ext cx="28675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63" extrusionOk="0">
                    <a:moveTo>
                      <a:pt x="659" y="0"/>
                    </a:moveTo>
                    <a:cubicBezTo>
                      <a:pt x="220" y="0"/>
                      <a:pt x="0" y="513"/>
                      <a:pt x="317" y="830"/>
                    </a:cubicBezTo>
                    <a:cubicBezTo>
                      <a:pt x="409" y="921"/>
                      <a:pt x="525" y="963"/>
                      <a:pt x="641" y="963"/>
                    </a:cubicBezTo>
                    <a:cubicBezTo>
                      <a:pt x="894" y="963"/>
                      <a:pt x="1147" y="765"/>
                      <a:pt x="1147" y="464"/>
                    </a:cubicBezTo>
                    <a:cubicBezTo>
                      <a:pt x="1122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4678875" y="3074850"/>
                <a:ext cx="35375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1210" extrusionOk="0">
                    <a:moveTo>
                      <a:pt x="805" y="0"/>
                    </a:moveTo>
                    <a:cubicBezTo>
                      <a:pt x="269" y="0"/>
                      <a:pt x="0" y="659"/>
                      <a:pt x="391" y="1025"/>
                    </a:cubicBezTo>
                    <a:cubicBezTo>
                      <a:pt x="519" y="1153"/>
                      <a:pt x="673" y="1210"/>
                      <a:pt x="823" y="1210"/>
                    </a:cubicBezTo>
                    <a:cubicBezTo>
                      <a:pt x="1129" y="1210"/>
                      <a:pt x="1415" y="971"/>
                      <a:pt x="1415" y="610"/>
                    </a:cubicBezTo>
                    <a:cubicBezTo>
                      <a:pt x="1415" y="269"/>
                      <a:pt x="1147" y="0"/>
                      <a:pt x="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4385575" y="3488250"/>
                <a:ext cx="3540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1" extrusionOk="0">
                    <a:moveTo>
                      <a:pt x="806" y="1"/>
                    </a:moveTo>
                    <a:cubicBezTo>
                      <a:pt x="269" y="1"/>
                      <a:pt x="1" y="635"/>
                      <a:pt x="367" y="1025"/>
                    </a:cubicBezTo>
                    <a:cubicBezTo>
                      <a:pt x="495" y="1153"/>
                      <a:pt x="652" y="1210"/>
                      <a:pt x="805" y="1210"/>
                    </a:cubicBezTo>
                    <a:cubicBezTo>
                      <a:pt x="1118" y="1210"/>
                      <a:pt x="1416" y="971"/>
                      <a:pt x="1416" y="610"/>
                    </a:cubicBezTo>
                    <a:cubicBezTo>
                      <a:pt x="1416" y="269"/>
                      <a:pt x="1147" y="1"/>
                      <a:pt x="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3920350" y="3273025"/>
                <a:ext cx="360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18" extrusionOk="0">
                    <a:moveTo>
                      <a:pt x="830" y="0"/>
                    </a:moveTo>
                    <a:cubicBezTo>
                      <a:pt x="269" y="0"/>
                      <a:pt x="1" y="659"/>
                      <a:pt x="391" y="1049"/>
                    </a:cubicBezTo>
                    <a:cubicBezTo>
                      <a:pt x="515" y="1165"/>
                      <a:pt x="666" y="1217"/>
                      <a:pt x="814" y="1217"/>
                    </a:cubicBezTo>
                    <a:cubicBezTo>
                      <a:pt x="1133" y="1217"/>
                      <a:pt x="1440" y="976"/>
                      <a:pt x="1440" y="610"/>
                    </a:cubicBezTo>
                    <a:cubicBezTo>
                      <a:pt x="1440" y="268"/>
                      <a:pt x="1147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4127825" y="2744950"/>
                <a:ext cx="2547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875" extrusionOk="0">
                    <a:moveTo>
                      <a:pt x="574" y="1"/>
                    </a:moveTo>
                    <a:cubicBezTo>
                      <a:pt x="203" y="1"/>
                      <a:pt x="1" y="448"/>
                      <a:pt x="262" y="733"/>
                    </a:cubicBezTo>
                    <a:cubicBezTo>
                      <a:pt x="360" y="831"/>
                      <a:pt x="476" y="874"/>
                      <a:pt x="588" y="874"/>
                    </a:cubicBezTo>
                    <a:cubicBezTo>
                      <a:pt x="812" y="874"/>
                      <a:pt x="1018" y="701"/>
                      <a:pt x="1018" y="441"/>
                    </a:cubicBezTo>
                    <a:cubicBezTo>
                      <a:pt x="1018" y="197"/>
                      <a:pt x="848" y="2"/>
                      <a:pt x="604" y="2"/>
                    </a:cubicBezTo>
                    <a:cubicBezTo>
                      <a:pt x="594" y="1"/>
                      <a:pt x="584" y="1"/>
                      <a:pt x="5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3678275" y="2699250"/>
                <a:ext cx="366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258" extrusionOk="0">
                    <a:moveTo>
                      <a:pt x="830" y="0"/>
                    </a:moveTo>
                    <a:cubicBezTo>
                      <a:pt x="269" y="0"/>
                      <a:pt x="1" y="683"/>
                      <a:pt x="391" y="1074"/>
                    </a:cubicBezTo>
                    <a:cubicBezTo>
                      <a:pt x="518" y="1201"/>
                      <a:pt x="676" y="1258"/>
                      <a:pt x="832" y="1258"/>
                    </a:cubicBezTo>
                    <a:cubicBezTo>
                      <a:pt x="1154" y="1258"/>
                      <a:pt x="1464" y="1013"/>
                      <a:pt x="1464" y="635"/>
                    </a:cubicBezTo>
                    <a:cubicBezTo>
                      <a:pt x="1464" y="293"/>
                      <a:pt x="1172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3188650" y="2755350"/>
                <a:ext cx="415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1416" extrusionOk="0">
                    <a:moveTo>
                      <a:pt x="952" y="0"/>
                    </a:moveTo>
                    <a:cubicBezTo>
                      <a:pt x="318" y="0"/>
                      <a:pt x="1" y="756"/>
                      <a:pt x="440" y="1195"/>
                    </a:cubicBezTo>
                    <a:cubicBezTo>
                      <a:pt x="592" y="1348"/>
                      <a:pt x="777" y="1416"/>
                      <a:pt x="955" y="1416"/>
                    </a:cubicBezTo>
                    <a:cubicBezTo>
                      <a:pt x="1319" y="1416"/>
                      <a:pt x="1659" y="1133"/>
                      <a:pt x="1659" y="708"/>
                    </a:cubicBezTo>
                    <a:cubicBezTo>
                      <a:pt x="1659" y="317"/>
                      <a:pt x="1342" y="0"/>
                      <a:pt x="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2877700" y="1839525"/>
                <a:ext cx="4147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1416" extrusionOk="0">
                    <a:moveTo>
                      <a:pt x="951" y="0"/>
                    </a:moveTo>
                    <a:cubicBezTo>
                      <a:pt x="317" y="0"/>
                      <a:pt x="0" y="756"/>
                      <a:pt x="464" y="1195"/>
                    </a:cubicBezTo>
                    <a:cubicBezTo>
                      <a:pt x="608" y="1348"/>
                      <a:pt x="787" y="1416"/>
                      <a:pt x="962" y="1416"/>
                    </a:cubicBezTo>
                    <a:cubicBezTo>
                      <a:pt x="1318" y="1416"/>
                      <a:pt x="1659" y="1133"/>
                      <a:pt x="1659" y="707"/>
                    </a:cubicBezTo>
                    <a:cubicBezTo>
                      <a:pt x="1659" y="317"/>
                      <a:pt x="1342" y="0"/>
                      <a:pt x="9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2691725" y="2346825"/>
                <a:ext cx="390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41" extrusionOk="0">
                    <a:moveTo>
                      <a:pt x="878" y="0"/>
                    </a:moveTo>
                    <a:cubicBezTo>
                      <a:pt x="293" y="0"/>
                      <a:pt x="0" y="732"/>
                      <a:pt x="415" y="1147"/>
                    </a:cubicBezTo>
                    <a:cubicBezTo>
                      <a:pt x="549" y="1281"/>
                      <a:pt x="717" y="1341"/>
                      <a:pt x="882" y="1341"/>
                    </a:cubicBezTo>
                    <a:cubicBezTo>
                      <a:pt x="1227" y="1341"/>
                      <a:pt x="1561" y="1079"/>
                      <a:pt x="1561" y="683"/>
                    </a:cubicBezTo>
                    <a:cubicBezTo>
                      <a:pt x="1561" y="317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2145400" y="2583400"/>
                <a:ext cx="2867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80" extrusionOk="0">
                    <a:moveTo>
                      <a:pt x="659" y="0"/>
                    </a:moveTo>
                    <a:cubicBezTo>
                      <a:pt x="220" y="0"/>
                      <a:pt x="0" y="537"/>
                      <a:pt x="317" y="830"/>
                    </a:cubicBezTo>
                    <a:cubicBezTo>
                      <a:pt x="421" y="933"/>
                      <a:pt x="545" y="980"/>
                      <a:pt x="666" y="980"/>
                    </a:cubicBezTo>
                    <a:cubicBezTo>
                      <a:pt x="914" y="980"/>
                      <a:pt x="1146" y="784"/>
                      <a:pt x="1146" y="488"/>
                    </a:cubicBezTo>
                    <a:cubicBezTo>
                      <a:pt x="1146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1069975" y="2522400"/>
                <a:ext cx="28500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981" extrusionOk="0">
                    <a:moveTo>
                      <a:pt x="646" y="1"/>
                    </a:moveTo>
                    <a:cubicBezTo>
                      <a:pt x="204" y="1"/>
                      <a:pt x="0" y="521"/>
                      <a:pt x="286" y="831"/>
                    </a:cubicBezTo>
                    <a:cubicBezTo>
                      <a:pt x="390" y="934"/>
                      <a:pt x="517" y="981"/>
                      <a:pt x="641" y="981"/>
                    </a:cubicBezTo>
                    <a:cubicBezTo>
                      <a:pt x="897" y="981"/>
                      <a:pt x="1140" y="785"/>
                      <a:pt x="1140" y="489"/>
                    </a:cubicBezTo>
                    <a:cubicBezTo>
                      <a:pt x="1140" y="221"/>
                      <a:pt x="920" y="1"/>
                      <a:pt x="676" y="1"/>
                    </a:cubicBezTo>
                    <a:cubicBezTo>
                      <a:pt x="666" y="1"/>
                      <a:pt x="656" y="1"/>
                      <a:pt x="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1635025" y="2418775"/>
                <a:ext cx="45150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547" extrusionOk="0">
                    <a:moveTo>
                      <a:pt x="1050" y="0"/>
                    </a:moveTo>
                    <a:cubicBezTo>
                      <a:pt x="367" y="0"/>
                      <a:pt x="1" y="829"/>
                      <a:pt x="489" y="1317"/>
                    </a:cubicBezTo>
                    <a:cubicBezTo>
                      <a:pt x="647" y="1476"/>
                      <a:pt x="842" y="1547"/>
                      <a:pt x="1033" y="1547"/>
                    </a:cubicBezTo>
                    <a:cubicBezTo>
                      <a:pt x="1428" y="1547"/>
                      <a:pt x="1806" y="1241"/>
                      <a:pt x="1806" y="781"/>
                    </a:cubicBezTo>
                    <a:cubicBezTo>
                      <a:pt x="1806" y="366"/>
                      <a:pt x="1464" y="0"/>
                      <a:pt x="1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1631975" y="1820000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1"/>
                    </a:moveTo>
                    <a:cubicBezTo>
                      <a:pt x="342" y="1"/>
                      <a:pt x="1" y="805"/>
                      <a:pt x="489" y="1269"/>
                    </a:cubicBezTo>
                    <a:cubicBezTo>
                      <a:pt x="640" y="1420"/>
                      <a:pt x="826" y="1488"/>
                      <a:pt x="1007" y="1488"/>
                    </a:cubicBezTo>
                    <a:cubicBezTo>
                      <a:pt x="1379" y="1488"/>
                      <a:pt x="1733" y="1200"/>
                      <a:pt x="1733" y="757"/>
                    </a:cubicBezTo>
                    <a:cubicBezTo>
                      <a:pt x="1733" y="342"/>
                      <a:pt x="1416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1595400" y="2941925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0"/>
                    </a:moveTo>
                    <a:cubicBezTo>
                      <a:pt x="318" y="0"/>
                      <a:pt x="1" y="805"/>
                      <a:pt x="464" y="1269"/>
                    </a:cubicBezTo>
                    <a:cubicBezTo>
                      <a:pt x="615" y="1420"/>
                      <a:pt x="803" y="1488"/>
                      <a:pt x="988" y="1488"/>
                    </a:cubicBezTo>
                    <a:cubicBezTo>
                      <a:pt x="1368" y="1488"/>
                      <a:pt x="1732" y="1200"/>
                      <a:pt x="1732" y="757"/>
                    </a:cubicBezTo>
                    <a:cubicBezTo>
                      <a:pt x="1732" y="342"/>
                      <a:pt x="1391" y="0"/>
                      <a:pt x="1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123450" y="2015725"/>
                <a:ext cx="2685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905" extrusionOk="0">
                    <a:moveTo>
                      <a:pt x="610" y="1"/>
                    </a:moveTo>
                    <a:cubicBezTo>
                      <a:pt x="195" y="1"/>
                      <a:pt x="0" y="488"/>
                      <a:pt x="293" y="781"/>
                    </a:cubicBezTo>
                    <a:cubicBezTo>
                      <a:pt x="385" y="866"/>
                      <a:pt x="497" y="904"/>
                      <a:pt x="607" y="904"/>
                    </a:cubicBezTo>
                    <a:cubicBezTo>
                      <a:pt x="845" y="904"/>
                      <a:pt x="1073" y="723"/>
                      <a:pt x="1073" y="440"/>
                    </a:cubicBezTo>
                    <a:cubicBezTo>
                      <a:pt x="1073" y="196"/>
                      <a:pt x="854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2566100" y="1729150"/>
                <a:ext cx="34800" cy="3000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0" extrusionOk="0">
                    <a:moveTo>
                      <a:pt x="781" y="0"/>
                    </a:moveTo>
                    <a:cubicBezTo>
                      <a:pt x="245" y="0"/>
                      <a:pt x="1" y="635"/>
                      <a:pt x="367" y="1025"/>
                    </a:cubicBezTo>
                    <a:cubicBezTo>
                      <a:pt x="487" y="1145"/>
                      <a:pt x="636" y="1199"/>
                      <a:pt x="782" y="1199"/>
                    </a:cubicBezTo>
                    <a:cubicBezTo>
                      <a:pt x="1080" y="1199"/>
                      <a:pt x="1367" y="971"/>
                      <a:pt x="1367" y="610"/>
                    </a:cubicBezTo>
                    <a:cubicBezTo>
                      <a:pt x="1391" y="269"/>
                      <a:pt x="112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2911225" y="1498675"/>
                <a:ext cx="38450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317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49" y="1256"/>
                      <a:pt x="714" y="1317"/>
                      <a:pt x="876" y="1317"/>
                    </a:cubicBezTo>
                    <a:cubicBezTo>
                      <a:pt x="1214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3150250" y="1059650"/>
                <a:ext cx="43925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7" extrusionOk="0">
                    <a:moveTo>
                      <a:pt x="1000" y="1"/>
                    </a:moveTo>
                    <a:cubicBezTo>
                      <a:pt x="317" y="1"/>
                      <a:pt x="0" y="806"/>
                      <a:pt x="464" y="1293"/>
                    </a:cubicBezTo>
                    <a:cubicBezTo>
                      <a:pt x="618" y="1440"/>
                      <a:pt x="805" y="1506"/>
                      <a:pt x="987" y="1506"/>
                    </a:cubicBezTo>
                    <a:cubicBezTo>
                      <a:pt x="1381" y="1506"/>
                      <a:pt x="1756" y="1199"/>
                      <a:pt x="1756" y="732"/>
                    </a:cubicBezTo>
                    <a:cubicBezTo>
                      <a:pt x="1732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2714275" y="688900"/>
                <a:ext cx="3235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71" extrusionOk="0">
                    <a:moveTo>
                      <a:pt x="699" y="0"/>
                    </a:moveTo>
                    <a:cubicBezTo>
                      <a:pt x="686" y="0"/>
                      <a:pt x="673" y="1"/>
                      <a:pt x="659" y="2"/>
                    </a:cubicBezTo>
                    <a:cubicBezTo>
                      <a:pt x="293" y="2"/>
                      <a:pt x="25" y="270"/>
                      <a:pt x="1" y="636"/>
                    </a:cubicBezTo>
                    <a:cubicBezTo>
                      <a:pt x="1" y="977"/>
                      <a:pt x="293" y="1270"/>
                      <a:pt x="659" y="1270"/>
                    </a:cubicBezTo>
                    <a:cubicBezTo>
                      <a:pt x="1001" y="1270"/>
                      <a:pt x="1293" y="977"/>
                      <a:pt x="1293" y="636"/>
                    </a:cubicBezTo>
                    <a:cubicBezTo>
                      <a:pt x="1293" y="284"/>
                      <a:pt x="1023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2222825" y="627950"/>
                <a:ext cx="232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928" extrusionOk="0">
                    <a:moveTo>
                      <a:pt x="464" y="1"/>
                    </a:moveTo>
                    <a:cubicBezTo>
                      <a:pt x="196" y="1"/>
                      <a:pt x="1" y="196"/>
                      <a:pt x="1" y="464"/>
                    </a:cubicBezTo>
                    <a:cubicBezTo>
                      <a:pt x="1" y="708"/>
                      <a:pt x="196" y="928"/>
                      <a:pt x="464" y="928"/>
                    </a:cubicBezTo>
                    <a:cubicBezTo>
                      <a:pt x="708" y="928"/>
                      <a:pt x="927" y="708"/>
                      <a:pt x="927" y="464"/>
                    </a:cubicBezTo>
                    <a:cubicBezTo>
                      <a:pt x="927" y="196"/>
                      <a:pt x="708" y="1"/>
                      <a:pt x="4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2000275" y="1260250"/>
                <a:ext cx="25025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858" extrusionOk="0">
                    <a:moveTo>
                      <a:pt x="561" y="1"/>
                    </a:moveTo>
                    <a:cubicBezTo>
                      <a:pt x="195" y="1"/>
                      <a:pt x="0" y="464"/>
                      <a:pt x="269" y="733"/>
                    </a:cubicBezTo>
                    <a:cubicBezTo>
                      <a:pt x="355" y="819"/>
                      <a:pt x="462" y="857"/>
                      <a:pt x="567" y="857"/>
                    </a:cubicBezTo>
                    <a:cubicBezTo>
                      <a:pt x="787" y="857"/>
                      <a:pt x="1000" y="688"/>
                      <a:pt x="1000" y="440"/>
                    </a:cubicBezTo>
                    <a:cubicBezTo>
                      <a:pt x="1000" y="196"/>
                      <a:pt x="805" y="1"/>
                      <a:pt x="5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2517325" y="1105375"/>
                <a:ext cx="449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4" extrusionOk="0">
                    <a:moveTo>
                      <a:pt x="1025" y="1"/>
                    </a:moveTo>
                    <a:cubicBezTo>
                      <a:pt x="342" y="1"/>
                      <a:pt x="1" y="830"/>
                      <a:pt x="489" y="1294"/>
                    </a:cubicBezTo>
                    <a:cubicBezTo>
                      <a:pt x="647" y="1452"/>
                      <a:pt x="842" y="1523"/>
                      <a:pt x="1032" y="1523"/>
                    </a:cubicBezTo>
                    <a:cubicBezTo>
                      <a:pt x="1425" y="1523"/>
                      <a:pt x="1798" y="1218"/>
                      <a:pt x="1781" y="757"/>
                    </a:cubicBezTo>
                    <a:cubicBezTo>
                      <a:pt x="1781" y="342"/>
                      <a:pt x="1440" y="1"/>
                      <a:pt x="1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1047850" y="1188300"/>
                <a:ext cx="268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075" extrusionOk="0">
                    <a:moveTo>
                      <a:pt x="537" y="1"/>
                    </a:moveTo>
                    <a:cubicBezTo>
                      <a:pt x="244" y="1"/>
                      <a:pt x="1" y="245"/>
                      <a:pt x="1" y="537"/>
                    </a:cubicBezTo>
                    <a:cubicBezTo>
                      <a:pt x="1" y="830"/>
                      <a:pt x="244" y="1074"/>
                      <a:pt x="537" y="1074"/>
                    </a:cubicBezTo>
                    <a:cubicBezTo>
                      <a:pt x="830" y="1074"/>
                      <a:pt x="1074" y="830"/>
                      <a:pt x="1074" y="537"/>
                    </a:cubicBezTo>
                    <a:cubicBezTo>
                      <a:pt x="1074" y="245"/>
                      <a:pt x="830" y="1"/>
                      <a:pt x="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070575" y="1569375"/>
                <a:ext cx="27300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46" extrusionOk="0">
                    <a:moveTo>
                      <a:pt x="622" y="1"/>
                    </a:moveTo>
                    <a:cubicBezTo>
                      <a:pt x="204" y="1"/>
                      <a:pt x="1" y="497"/>
                      <a:pt x="287" y="806"/>
                    </a:cubicBezTo>
                    <a:cubicBezTo>
                      <a:pt x="382" y="902"/>
                      <a:pt x="501" y="945"/>
                      <a:pt x="618" y="945"/>
                    </a:cubicBezTo>
                    <a:cubicBezTo>
                      <a:pt x="859" y="945"/>
                      <a:pt x="1092" y="760"/>
                      <a:pt x="1092" y="465"/>
                    </a:cubicBezTo>
                    <a:cubicBezTo>
                      <a:pt x="1092" y="221"/>
                      <a:pt x="896" y="1"/>
                      <a:pt x="652" y="1"/>
                    </a:cubicBezTo>
                    <a:cubicBezTo>
                      <a:pt x="642" y="1"/>
                      <a:pt x="632" y="1"/>
                      <a:pt x="6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261875" y="2072425"/>
                <a:ext cx="286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172" extrusionOk="0">
                    <a:moveTo>
                      <a:pt x="586" y="1"/>
                    </a:moveTo>
                    <a:cubicBezTo>
                      <a:pt x="269" y="1"/>
                      <a:pt x="0" y="269"/>
                      <a:pt x="0" y="586"/>
                    </a:cubicBezTo>
                    <a:cubicBezTo>
                      <a:pt x="0" y="903"/>
                      <a:pt x="269" y="1172"/>
                      <a:pt x="586" y="1172"/>
                    </a:cubicBezTo>
                    <a:cubicBezTo>
                      <a:pt x="903" y="1172"/>
                      <a:pt x="1147" y="903"/>
                      <a:pt x="1147" y="586"/>
                    </a:cubicBezTo>
                    <a:cubicBezTo>
                      <a:pt x="1147" y="269"/>
                      <a:pt x="903" y="1"/>
                      <a:pt x="5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538725" y="2057800"/>
                <a:ext cx="292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172" extrusionOk="0">
                    <a:moveTo>
                      <a:pt x="610" y="1"/>
                    </a:moveTo>
                    <a:cubicBezTo>
                      <a:pt x="268" y="1"/>
                      <a:pt x="0" y="269"/>
                      <a:pt x="0" y="586"/>
                    </a:cubicBezTo>
                    <a:cubicBezTo>
                      <a:pt x="0" y="903"/>
                      <a:pt x="268" y="1171"/>
                      <a:pt x="585" y="1171"/>
                    </a:cubicBezTo>
                    <a:cubicBezTo>
                      <a:pt x="927" y="1171"/>
                      <a:pt x="1171" y="903"/>
                      <a:pt x="1171" y="586"/>
                    </a:cubicBezTo>
                    <a:cubicBezTo>
                      <a:pt x="1171" y="269"/>
                      <a:pt x="927" y="25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514925" y="1357200"/>
                <a:ext cx="244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001" extrusionOk="0">
                    <a:moveTo>
                      <a:pt x="489" y="1"/>
                    </a:moveTo>
                    <a:cubicBezTo>
                      <a:pt x="220" y="1"/>
                      <a:pt x="1" y="220"/>
                      <a:pt x="1" y="489"/>
                    </a:cubicBezTo>
                    <a:cubicBezTo>
                      <a:pt x="1" y="757"/>
                      <a:pt x="220" y="976"/>
                      <a:pt x="489" y="1001"/>
                    </a:cubicBezTo>
                    <a:cubicBezTo>
                      <a:pt x="757" y="1001"/>
                      <a:pt x="977" y="781"/>
                      <a:pt x="977" y="489"/>
                    </a:cubicBezTo>
                    <a:cubicBezTo>
                      <a:pt x="977" y="220"/>
                      <a:pt x="757" y="1"/>
                      <a:pt x="4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739925" y="939525"/>
                <a:ext cx="305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1" extrusionOk="0">
                    <a:moveTo>
                      <a:pt x="610" y="1"/>
                    </a:moveTo>
                    <a:cubicBezTo>
                      <a:pt x="269" y="1"/>
                      <a:pt x="1" y="269"/>
                      <a:pt x="1" y="611"/>
                    </a:cubicBezTo>
                    <a:cubicBezTo>
                      <a:pt x="1" y="952"/>
                      <a:pt x="269" y="1220"/>
                      <a:pt x="610" y="1220"/>
                    </a:cubicBezTo>
                    <a:cubicBezTo>
                      <a:pt x="928" y="1220"/>
                      <a:pt x="1220" y="952"/>
                      <a:pt x="1220" y="611"/>
                    </a:cubicBezTo>
                    <a:cubicBezTo>
                      <a:pt x="1220" y="269"/>
                      <a:pt x="928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5" name="Google Shape;895;p9"/>
              <p:cNvSpPr/>
              <p:nvPr/>
            </p:nvSpPr>
            <p:spPr>
              <a:xfrm>
                <a:off x="1433200" y="1076125"/>
                <a:ext cx="348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17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00"/>
                    </a:cubicBezTo>
                    <a:cubicBezTo>
                      <a:pt x="508" y="1117"/>
                      <a:pt x="653" y="1169"/>
                      <a:pt x="795" y="1169"/>
                    </a:cubicBezTo>
                    <a:cubicBezTo>
                      <a:pt x="1098" y="1169"/>
                      <a:pt x="1391" y="934"/>
                      <a:pt x="1391" y="586"/>
                    </a:cubicBezTo>
                    <a:cubicBezTo>
                      <a:pt x="1367" y="268"/>
                      <a:pt x="1123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6" name="Google Shape;896;p9"/>
              <p:cNvSpPr/>
              <p:nvPr/>
            </p:nvSpPr>
            <p:spPr>
              <a:xfrm>
                <a:off x="1437475" y="597475"/>
                <a:ext cx="30525" cy="3050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0" extrusionOk="0">
                    <a:moveTo>
                      <a:pt x="610" y="0"/>
                    </a:moveTo>
                    <a:cubicBezTo>
                      <a:pt x="293" y="0"/>
                      <a:pt x="1" y="269"/>
                      <a:pt x="1" y="610"/>
                    </a:cubicBezTo>
                    <a:cubicBezTo>
                      <a:pt x="1" y="952"/>
                      <a:pt x="293" y="1220"/>
                      <a:pt x="610" y="1220"/>
                    </a:cubicBezTo>
                    <a:cubicBezTo>
                      <a:pt x="952" y="1220"/>
                      <a:pt x="1220" y="952"/>
                      <a:pt x="1220" y="610"/>
                    </a:cubicBezTo>
                    <a:cubicBezTo>
                      <a:pt x="1220" y="269"/>
                      <a:pt x="952" y="0"/>
                      <a:pt x="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897" name="Google Shape;897;p9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9"/>
          <p:cNvSpPr txBox="1">
            <a:spLocks noGrp="1"/>
          </p:cNvSpPr>
          <p:nvPr>
            <p:ph type="title"/>
          </p:nvPr>
        </p:nvSpPr>
        <p:spPr>
          <a:xfrm>
            <a:off x="4842700" y="1965849"/>
            <a:ext cx="6096000" cy="17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899" name="Google Shape;899;p9"/>
          <p:cNvSpPr txBox="1">
            <a:spLocks noGrp="1"/>
          </p:cNvSpPr>
          <p:nvPr>
            <p:ph type="subTitle" idx="1"/>
          </p:nvPr>
        </p:nvSpPr>
        <p:spPr>
          <a:xfrm>
            <a:off x="4842700" y="4038551"/>
            <a:ext cx="6096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552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10"/>
          <p:cNvSpPr txBox="1">
            <a:spLocks noGrp="1"/>
          </p:cNvSpPr>
          <p:nvPr>
            <p:ph type="title"/>
          </p:nvPr>
        </p:nvSpPr>
        <p:spPr>
          <a:xfrm>
            <a:off x="951000" y="5407067"/>
            <a:ext cx="10290000" cy="73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992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4" name="Google Shape;904;p11"/>
          <p:cNvGrpSpPr/>
          <p:nvPr/>
        </p:nvGrpSpPr>
        <p:grpSpPr>
          <a:xfrm>
            <a:off x="-2200522" y="-2886507"/>
            <a:ext cx="14807611" cy="8336635"/>
            <a:chOff x="-1650391" y="-2164880"/>
            <a:chExt cx="11105708" cy="6252476"/>
          </a:xfrm>
        </p:grpSpPr>
        <p:grpSp>
          <p:nvGrpSpPr>
            <p:cNvPr id="905" name="Google Shape;905;p11"/>
            <p:cNvGrpSpPr/>
            <p:nvPr/>
          </p:nvGrpSpPr>
          <p:grpSpPr>
            <a:xfrm rot="-5400000">
              <a:off x="7114128" y="1746408"/>
              <a:ext cx="3548100" cy="1134277"/>
              <a:chOff x="3277350" y="4321275"/>
              <a:chExt cx="3548100" cy="1134277"/>
            </a:xfrm>
          </p:grpSpPr>
          <p:grpSp>
            <p:nvGrpSpPr>
              <p:cNvPr id="906" name="Google Shape;906;p11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907" name="Google Shape;907;p11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908" name="Google Shape;908;p11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909" name="Google Shape;909;p11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910" name="Google Shape;910;p11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1" name="Google Shape;911;p11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2" name="Google Shape;912;p11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3" name="Google Shape;913;p11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4" name="Google Shape;914;p11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915" name="Google Shape;915;p11"/>
            <p:cNvGrpSpPr/>
            <p:nvPr/>
          </p:nvGrpSpPr>
          <p:grpSpPr>
            <a:xfrm>
              <a:off x="-1650391" y="-2164880"/>
              <a:ext cx="7855241" cy="4736622"/>
              <a:chOff x="-1650391" y="-2164880"/>
              <a:chExt cx="7855241" cy="4736622"/>
            </a:xfrm>
          </p:grpSpPr>
          <p:grpSp>
            <p:nvGrpSpPr>
              <p:cNvPr id="916" name="Google Shape;916;p11"/>
              <p:cNvGrpSpPr/>
              <p:nvPr/>
            </p:nvGrpSpPr>
            <p:grpSpPr>
              <a:xfrm rot="10800000" flipH="1">
                <a:off x="-1650391" y="-2164880"/>
                <a:ext cx="6401065" cy="4723202"/>
                <a:chOff x="514325" y="279175"/>
                <a:chExt cx="6589525" cy="4891975"/>
              </a:xfrm>
            </p:grpSpPr>
            <p:sp>
              <p:nvSpPr>
                <p:cNvPr id="917" name="Google Shape;917;p11"/>
                <p:cNvSpPr/>
                <p:nvPr/>
              </p:nvSpPr>
              <p:spPr>
                <a:xfrm>
                  <a:off x="3135600" y="2115725"/>
                  <a:ext cx="459775" cy="54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91" h="21683" fill="none" extrusionOk="0">
                      <a:moveTo>
                        <a:pt x="6708" y="21683"/>
                      </a:moveTo>
                      <a:lnTo>
                        <a:pt x="1" y="6537"/>
                      </a:lnTo>
                      <a:lnTo>
                        <a:pt x="1839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8" name="Google Shape;918;p11"/>
                <p:cNvSpPr/>
                <p:nvPr/>
              </p:nvSpPr>
              <p:spPr>
                <a:xfrm>
                  <a:off x="2909400" y="2110250"/>
                  <a:ext cx="226225" cy="16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9" h="6756" fill="none" extrusionOk="0">
                      <a:moveTo>
                        <a:pt x="0" y="0"/>
                      </a:moveTo>
                      <a:lnTo>
                        <a:pt x="9049" y="67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9" name="Google Shape;919;p11"/>
                <p:cNvSpPr/>
                <p:nvPr/>
              </p:nvSpPr>
              <p:spPr>
                <a:xfrm>
                  <a:off x="2034425" y="2752900"/>
                  <a:ext cx="309150" cy="27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6" h="11001" fill="none" extrusionOk="0">
                      <a:moveTo>
                        <a:pt x="0" y="11000"/>
                      </a:moveTo>
                      <a:lnTo>
                        <a:pt x="1236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0" name="Google Shape;920;p11"/>
                <p:cNvSpPr/>
                <p:nvPr/>
              </p:nvSpPr>
              <p:spPr>
                <a:xfrm>
                  <a:off x="4914850" y="2798625"/>
                  <a:ext cx="400000" cy="10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0" h="4245" fill="none" extrusionOk="0">
                      <a:moveTo>
                        <a:pt x="0" y="1"/>
                      </a:moveTo>
                      <a:lnTo>
                        <a:pt x="16000" y="424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1" name="Google Shape;921;p11"/>
                <p:cNvSpPr/>
                <p:nvPr/>
              </p:nvSpPr>
              <p:spPr>
                <a:xfrm>
                  <a:off x="3856950" y="4532125"/>
                  <a:ext cx="400625" cy="10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25" h="4269" fill="none" extrusionOk="0">
                      <a:moveTo>
                        <a:pt x="0" y="1"/>
                      </a:moveTo>
                      <a:lnTo>
                        <a:pt x="16024" y="426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2" name="Google Shape;922;p11"/>
                <p:cNvSpPr/>
                <p:nvPr/>
              </p:nvSpPr>
              <p:spPr>
                <a:xfrm>
                  <a:off x="6106900" y="2113275"/>
                  <a:ext cx="269525" cy="3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1" h="12587" fill="none" extrusionOk="0">
                      <a:moveTo>
                        <a:pt x="0" y="1"/>
                      </a:moveTo>
                      <a:lnTo>
                        <a:pt x="10780" y="1258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3" name="Google Shape;923;p11"/>
                <p:cNvSpPr/>
                <p:nvPr/>
              </p:nvSpPr>
              <p:spPr>
                <a:xfrm>
                  <a:off x="4110600" y="3812025"/>
                  <a:ext cx="106100" cy="24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4" h="9684" fill="none" extrusionOk="0">
                      <a:moveTo>
                        <a:pt x="4244" y="968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4" name="Google Shape;924;p11"/>
                <p:cNvSpPr/>
                <p:nvPr/>
              </p:nvSpPr>
              <p:spPr>
                <a:xfrm>
                  <a:off x="2767325" y="969425"/>
                  <a:ext cx="106125" cy="24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5" h="9683" fill="none" extrusionOk="0">
                      <a:moveTo>
                        <a:pt x="4244" y="9683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5" name="Google Shape;925;p11"/>
                <p:cNvSpPr/>
                <p:nvPr/>
              </p:nvSpPr>
              <p:spPr>
                <a:xfrm>
                  <a:off x="1025900" y="2897425"/>
                  <a:ext cx="106125" cy="24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5" h="9683" fill="none" extrusionOk="0">
                      <a:moveTo>
                        <a:pt x="4244" y="9683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6" name="Google Shape;926;p11"/>
                <p:cNvSpPr/>
                <p:nvPr/>
              </p:nvSpPr>
              <p:spPr>
                <a:xfrm>
                  <a:off x="6180050" y="1982200"/>
                  <a:ext cx="264050" cy="1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2" h="562" fill="none" extrusionOk="0">
                      <a:moveTo>
                        <a:pt x="1" y="0"/>
                      </a:moveTo>
                      <a:lnTo>
                        <a:pt x="10562" y="5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7" name="Google Shape;927;p11"/>
                <p:cNvSpPr/>
                <p:nvPr/>
              </p:nvSpPr>
              <p:spPr>
                <a:xfrm>
                  <a:off x="849075" y="2874250"/>
                  <a:ext cx="459775" cy="54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91" h="21683" fill="none" extrusionOk="0">
                      <a:moveTo>
                        <a:pt x="6708" y="21683"/>
                      </a:moveTo>
                      <a:lnTo>
                        <a:pt x="1" y="6561"/>
                      </a:lnTo>
                      <a:lnTo>
                        <a:pt x="1839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8" name="Google Shape;928;p11"/>
                <p:cNvSpPr/>
                <p:nvPr/>
              </p:nvSpPr>
              <p:spPr>
                <a:xfrm>
                  <a:off x="623475" y="2869375"/>
                  <a:ext cx="225625" cy="16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5" h="6732" fill="none" extrusionOk="0">
                      <a:moveTo>
                        <a:pt x="0" y="0"/>
                      </a:moveTo>
                      <a:lnTo>
                        <a:pt x="9025" y="673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9" name="Google Shape;929;p11"/>
                <p:cNvSpPr/>
                <p:nvPr/>
              </p:nvSpPr>
              <p:spPr>
                <a:xfrm>
                  <a:off x="4776425" y="3818725"/>
                  <a:ext cx="357350" cy="61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4" h="24415" fill="none" extrusionOk="0">
                      <a:moveTo>
                        <a:pt x="14293" y="24415"/>
                      </a:moveTo>
                      <a:lnTo>
                        <a:pt x="1" y="16074"/>
                      </a:lnTo>
                      <a:lnTo>
                        <a:pt x="11049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0" name="Google Shape;930;p11"/>
                <p:cNvSpPr/>
                <p:nvPr/>
              </p:nvSpPr>
              <p:spPr>
                <a:xfrm>
                  <a:off x="4494125" y="4216275"/>
                  <a:ext cx="282325" cy="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3" h="172" fill="none" extrusionOk="0">
                      <a:moveTo>
                        <a:pt x="0" y="1"/>
                      </a:moveTo>
                      <a:lnTo>
                        <a:pt x="11293" y="1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1" name="Google Shape;931;p11"/>
                <p:cNvSpPr/>
                <p:nvPr/>
              </p:nvSpPr>
              <p:spPr>
                <a:xfrm>
                  <a:off x="4321550" y="2943150"/>
                  <a:ext cx="340275" cy="40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1" h="16342" fill="none" extrusionOk="0">
                      <a:moveTo>
                        <a:pt x="5245" y="16341"/>
                      </a:moveTo>
                      <a:lnTo>
                        <a:pt x="1" y="5146"/>
                      </a:lnTo>
                      <a:lnTo>
                        <a:pt x="1361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2" name="Google Shape;932;p11"/>
                <p:cNvSpPr/>
                <p:nvPr/>
              </p:nvSpPr>
              <p:spPr>
                <a:xfrm>
                  <a:off x="4150825" y="2949250"/>
                  <a:ext cx="170750" cy="12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0" h="4903" fill="none" extrusionOk="0">
                      <a:moveTo>
                        <a:pt x="1" y="0"/>
                      </a:moveTo>
                      <a:lnTo>
                        <a:pt x="6830" y="49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3" name="Google Shape;933;p11"/>
                <p:cNvSpPr/>
                <p:nvPr/>
              </p:nvSpPr>
              <p:spPr>
                <a:xfrm>
                  <a:off x="6495300" y="2659625"/>
                  <a:ext cx="328050" cy="61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22" h="24634" fill="none" extrusionOk="0">
                      <a:moveTo>
                        <a:pt x="13122" y="24634"/>
                      </a:moveTo>
                      <a:lnTo>
                        <a:pt x="0" y="14536"/>
                      </a:lnTo>
                      <a:lnTo>
                        <a:pt x="1300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4" name="Google Shape;934;p11"/>
                <p:cNvSpPr/>
                <p:nvPr/>
              </p:nvSpPr>
              <p:spPr>
                <a:xfrm>
                  <a:off x="6216025" y="2982775"/>
                  <a:ext cx="279300" cy="4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2" h="1611" fill="none" extrusionOk="0">
                      <a:moveTo>
                        <a:pt x="1" y="1"/>
                      </a:moveTo>
                      <a:lnTo>
                        <a:pt x="11171" y="161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5" name="Google Shape;935;p11"/>
                <p:cNvSpPr/>
                <p:nvPr/>
              </p:nvSpPr>
              <p:spPr>
                <a:xfrm>
                  <a:off x="1889300" y="1447450"/>
                  <a:ext cx="1225000" cy="108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00" h="43341" fill="none" extrusionOk="0">
                      <a:moveTo>
                        <a:pt x="0" y="25171"/>
                      </a:moveTo>
                      <a:lnTo>
                        <a:pt x="854" y="43341"/>
                      </a:lnTo>
                      <a:lnTo>
                        <a:pt x="16683" y="32536"/>
                      </a:lnTo>
                      <a:lnTo>
                        <a:pt x="36853" y="9122"/>
                      </a:lnTo>
                      <a:lnTo>
                        <a:pt x="4899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6" name="Google Shape;936;p11"/>
                <p:cNvSpPr/>
                <p:nvPr/>
              </p:nvSpPr>
              <p:spPr>
                <a:xfrm>
                  <a:off x="2246600" y="1634025"/>
                  <a:ext cx="564050" cy="62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2" h="25074" fill="none" extrusionOk="0">
                      <a:moveTo>
                        <a:pt x="22561" y="1659"/>
                      </a:moveTo>
                      <a:lnTo>
                        <a:pt x="1" y="1"/>
                      </a:lnTo>
                      <a:lnTo>
                        <a:pt x="2391" y="2507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7" name="Google Shape;937;p11"/>
                <p:cNvSpPr/>
                <p:nvPr/>
              </p:nvSpPr>
              <p:spPr>
                <a:xfrm>
                  <a:off x="1957600" y="1390125"/>
                  <a:ext cx="289025" cy="24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1" h="9757" fill="none" extrusionOk="0">
                      <a:moveTo>
                        <a:pt x="11561" y="975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8" name="Google Shape;938;p11"/>
                <p:cNvSpPr/>
                <p:nvPr/>
              </p:nvSpPr>
              <p:spPr>
                <a:xfrm>
                  <a:off x="5493500" y="3343750"/>
                  <a:ext cx="1224975" cy="108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99" h="43341" fill="none" extrusionOk="0">
                      <a:moveTo>
                        <a:pt x="0" y="25195"/>
                      </a:moveTo>
                      <a:lnTo>
                        <a:pt x="829" y="43341"/>
                      </a:lnTo>
                      <a:lnTo>
                        <a:pt x="16658" y="32536"/>
                      </a:lnTo>
                      <a:lnTo>
                        <a:pt x="36829" y="9146"/>
                      </a:lnTo>
                      <a:lnTo>
                        <a:pt x="4899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9" name="Google Shape;939;p11"/>
                <p:cNvSpPr/>
                <p:nvPr/>
              </p:nvSpPr>
              <p:spPr>
                <a:xfrm>
                  <a:off x="5850200" y="3530925"/>
                  <a:ext cx="564025" cy="6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1" h="25049" fill="none" extrusionOk="0">
                      <a:moveTo>
                        <a:pt x="22561" y="1659"/>
                      </a:moveTo>
                      <a:lnTo>
                        <a:pt x="0" y="1"/>
                      </a:lnTo>
                      <a:lnTo>
                        <a:pt x="2390" y="2504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0" name="Google Shape;940;p11"/>
                <p:cNvSpPr/>
                <p:nvPr/>
              </p:nvSpPr>
              <p:spPr>
                <a:xfrm>
                  <a:off x="5561175" y="3287050"/>
                  <a:ext cx="289050" cy="24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2" h="9756" fill="none" extrusionOk="0">
                      <a:moveTo>
                        <a:pt x="11561" y="975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1" name="Google Shape;941;p11"/>
                <p:cNvSpPr/>
                <p:nvPr/>
              </p:nvSpPr>
              <p:spPr>
                <a:xfrm>
                  <a:off x="1692350" y="279175"/>
                  <a:ext cx="953675" cy="94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47" h="37927" fill="none" extrusionOk="0">
                      <a:moveTo>
                        <a:pt x="38146" y="18074"/>
                      </a:moveTo>
                      <a:lnTo>
                        <a:pt x="7513" y="14171"/>
                      </a:lnTo>
                      <a:lnTo>
                        <a:pt x="25317" y="1"/>
                      </a:lnTo>
                      <a:lnTo>
                        <a:pt x="21610" y="30244"/>
                      </a:lnTo>
                      <a:lnTo>
                        <a:pt x="0" y="3792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2" name="Google Shape;942;p11"/>
                <p:cNvSpPr/>
                <p:nvPr/>
              </p:nvSpPr>
              <p:spPr>
                <a:xfrm>
                  <a:off x="2232575" y="1035275"/>
                  <a:ext cx="228675" cy="2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7" h="8756" fill="none" extrusionOk="0">
                      <a:moveTo>
                        <a:pt x="1" y="0"/>
                      </a:moveTo>
                      <a:lnTo>
                        <a:pt x="9147" y="87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3" name="Google Shape;943;p11"/>
                <p:cNvSpPr/>
                <p:nvPr/>
              </p:nvSpPr>
              <p:spPr>
                <a:xfrm>
                  <a:off x="5215450" y="2346825"/>
                  <a:ext cx="843900" cy="101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56" h="40683" fill="none" extrusionOk="0">
                      <a:moveTo>
                        <a:pt x="19780" y="0"/>
                      </a:moveTo>
                      <a:lnTo>
                        <a:pt x="11390" y="29731"/>
                      </a:lnTo>
                      <a:lnTo>
                        <a:pt x="0" y="10000"/>
                      </a:lnTo>
                      <a:lnTo>
                        <a:pt x="29366" y="18146"/>
                      </a:lnTo>
                      <a:lnTo>
                        <a:pt x="33756" y="4068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4" name="Google Shape;944;p11"/>
                <p:cNvSpPr/>
                <p:nvPr/>
              </p:nvSpPr>
              <p:spPr>
                <a:xfrm>
                  <a:off x="708825" y="1432825"/>
                  <a:ext cx="981100" cy="91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4" h="36414" fill="none" extrusionOk="0">
                      <a:moveTo>
                        <a:pt x="39244" y="18780"/>
                      </a:moveTo>
                      <a:lnTo>
                        <a:pt x="8854" y="13146"/>
                      </a:lnTo>
                      <a:lnTo>
                        <a:pt x="27464" y="0"/>
                      </a:lnTo>
                      <a:lnTo>
                        <a:pt x="22025" y="29999"/>
                      </a:lnTo>
                      <a:lnTo>
                        <a:pt x="1" y="3641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5" name="Google Shape;945;p11"/>
                <p:cNvSpPr/>
                <p:nvPr/>
              </p:nvSpPr>
              <p:spPr>
                <a:xfrm>
                  <a:off x="1259425" y="2182800"/>
                  <a:ext cx="215875" cy="23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5" h="9269" fill="none" extrusionOk="0">
                      <a:moveTo>
                        <a:pt x="1" y="0"/>
                      </a:moveTo>
                      <a:lnTo>
                        <a:pt x="8635" y="926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6" name="Google Shape;946;p11"/>
                <p:cNvSpPr/>
                <p:nvPr/>
              </p:nvSpPr>
              <p:spPr>
                <a:xfrm>
                  <a:off x="755175" y="704775"/>
                  <a:ext cx="6301725" cy="388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69" h="155241" fill="none" extrusionOk="0">
                      <a:moveTo>
                        <a:pt x="0" y="10001"/>
                      </a:moveTo>
                      <a:lnTo>
                        <a:pt x="12244" y="19878"/>
                      </a:lnTo>
                      <a:lnTo>
                        <a:pt x="27927" y="15440"/>
                      </a:lnTo>
                      <a:lnTo>
                        <a:pt x="50365" y="22659"/>
                      </a:lnTo>
                      <a:lnTo>
                        <a:pt x="36073" y="45366"/>
                      </a:lnTo>
                      <a:lnTo>
                        <a:pt x="13244" y="35049"/>
                      </a:lnTo>
                      <a:lnTo>
                        <a:pt x="20854" y="55292"/>
                      </a:lnTo>
                      <a:lnTo>
                        <a:pt x="13244" y="73194"/>
                      </a:lnTo>
                      <a:lnTo>
                        <a:pt x="36244" y="69341"/>
                      </a:lnTo>
                      <a:lnTo>
                        <a:pt x="56268" y="75633"/>
                      </a:lnTo>
                      <a:lnTo>
                        <a:pt x="55341" y="52878"/>
                      </a:lnTo>
                      <a:lnTo>
                        <a:pt x="78340" y="66365"/>
                      </a:lnTo>
                      <a:lnTo>
                        <a:pt x="73218" y="41585"/>
                      </a:lnTo>
                      <a:lnTo>
                        <a:pt x="71511" y="16781"/>
                      </a:lnTo>
                      <a:lnTo>
                        <a:pt x="79023" y="1"/>
                      </a:lnTo>
                      <a:lnTo>
                        <a:pt x="96803" y="14927"/>
                      </a:lnTo>
                      <a:lnTo>
                        <a:pt x="87121" y="32415"/>
                      </a:lnTo>
                      <a:lnTo>
                        <a:pt x="85852" y="46097"/>
                      </a:lnTo>
                      <a:lnTo>
                        <a:pt x="98291" y="82731"/>
                      </a:lnTo>
                      <a:lnTo>
                        <a:pt x="117754" y="80414"/>
                      </a:lnTo>
                      <a:lnTo>
                        <a:pt x="135485" y="82048"/>
                      </a:lnTo>
                      <a:lnTo>
                        <a:pt x="127437" y="103340"/>
                      </a:lnTo>
                      <a:lnTo>
                        <a:pt x="146022" y="111949"/>
                      </a:lnTo>
                      <a:lnTo>
                        <a:pt x="157778" y="95413"/>
                      </a:lnTo>
                      <a:lnTo>
                        <a:pt x="167680" y="107218"/>
                      </a:lnTo>
                      <a:lnTo>
                        <a:pt x="175119" y="116754"/>
                      </a:lnTo>
                      <a:lnTo>
                        <a:pt x="182899" y="97364"/>
                      </a:lnTo>
                      <a:lnTo>
                        <a:pt x="200289" y="93121"/>
                      </a:lnTo>
                      <a:lnTo>
                        <a:pt x="196557" y="111364"/>
                      </a:lnTo>
                      <a:lnTo>
                        <a:pt x="218581" y="110730"/>
                      </a:lnTo>
                      <a:lnTo>
                        <a:pt x="222264" y="90974"/>
                      </a:lnTo>
                      <a:lnTo>
                        <a:pt x="231532" y="109949"/>
                      </a:lnTo>
                      <a:lnTo>
                        <a:pt x="221045" y="131705"/>
                      </a:lnTo>
                      <a:lnTo>
                        <a:pt x="208142" y="122388"/>
                      </a:lnTo>
                      <a:lnTo>
                        <a:pt x="188509" y="136583"/>
                      </a:lnTo>
                      <a:lnTo>
                        <a:pt x="165851" y="129607"/>
                      </a:lnTo>
                      <a:lnTo>
                        <a:pt x="148217" y="135315"/>
                      </a:lnTo>
                      <a:lnTo>
                        <a:pt x="140266" y="151412"/>
                      </a:lnTo>
                      <a:lnTo>
                        <a:pt x="162826" y="147851"/>
                      </a:lnTo>
                      <a:lnTo>
                        <a:pt x="184899" y="155241"/>
                      </a:lnTo>
                      <a:lnTo>
                        <a:pt x="210825" y="147192"/>
                      </a:lnTo>
                      <a:lnTo>
                        <a:pt x="230874" y="154558"/>
                      </a:lnTo>
                      <a:lnTo>
                        <a:pt x="252068" y="12477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7" name="Google Shape;947;p11"/>
                <p:cNvSpPr/>
                <p:nvPr/>
              </p:nvSpPr>
              <p:spPr>
                <a:xfrm>
                  <a:off x="1061275" y="612725"/>
                  <a:ext cx="1481700" cy="234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8" h="93925" fill="none" extrusionOk="0">
                      <a:moveTo>
                        <a:pt x="1000" y="76876"/>
                      </a:moveTo>
                      <a:lnTo>
                        <a:pt x="22341" y="93925"/>
                      </a:lnTo>
                      <a:lnTo>
                        <a:pt x="44024" y="79315"/>
                      </a:lnTo>
                      <a:lnTo>
                        <a:pt x="23829" y="49048"/>
                      </a:lnTo>
                      <a:lnTo>
                        <a:pt x="15683" y="19122"/>
                      </a:lnTo>
                      <a:lnTo>
                        <a:pt x="46926" y="1073"/>
                      </a:lnTo>
                      <a:lnTo>
                        <a:pt x="59267" y="20463"/>
                      </a:lnTo>
                      <a:lnTo>
                        <a:pt x="38121" y="26341"/>
                      </a:lnTo>
                      <a:lnTo>
                        <a:pt x="15683" y="0"/>
                      </a:lnTo>
                      <a:lnTo>
                        <a:pt x="0" y="23560"/>
                      </a:lnTo>
                      <a:lnTo>
                        <a:pt x="1000" y="3873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8" name="Google Shape;948;p11"/>
                <p:cNvSpPr/>
                <p:nvPr/>
              </p:nvSpPr>
              <p:spPr>
                <a:xfrm>
                  <a:off x="648475" y="1124275"/>
                  <a:ext cx="2284725" cy="20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89" h="81829" fill="none" extrusionOk="0">
                      <a:moveTo>
                        <a:pt x="0" y="81828"/>
                      </a:moveTo>
                      <a:lnTo>
                        <a:pt x="38853" y="73463"/>
                      </a:lnTo>
                      <a:lnTo>
                        <a:pt x="40512" y="52561"/>
                      </a:lnTo>
                      <a:lnTo>
                        <a:pt x="25122" y="38512"/>
                      </a:lnTo>
                      <a:lnTo>
                        <a:pt x="40341" y="28586"/>
                      </a:lnTo>
                      <a:lnTo>
                        <a:pt x="59609" y="36098"/>
                      </a:lnTo>
                      <a:lnTo>
                        <a:pt x="54633" y="5879"/>
                      </a:lnTo>
                      <a:lnTo>
                        <a:pt x="77486" y="24805"/>
                      </a:lnTo>
                      <a:lnTo>
                        <a:pt x="91389" y="15635"/>
                      </a:lnTo>
                      <a:lnTo>
                        <a:pt x="75779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49" name="Google Shape;949;p11"/>
                <p:cNvSpPr/>
                <p:nvPr/>
              </p:nvSpPr>
              <p:spPr>
                <a:xfrm>
                  <a:off x="2713675" y="1857200"/>
                  <a:ext cx="1227425" cy="143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97" h="57243" fill="none" extrusionOk="0">
                      <a:moveTo>
                        <a:pt x="39414" y="34317"/>
                      </a:moveTo>
                      <a:lnTo>
                        <a:pt x="7512" y="0"/>
                      </a:lnTo>
                      <a:lnTo>
                        <a:pt x="0" y="20268"/>
                      </a:lnTo>
                      <a:lnTo>
                        <a:pt x="19951" y="36634"/>
                      </a:lnTo>
                      <a:lnTo>
                        <a:pt x="49097" y="57243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0" name="Google Shape;950;p11"/>
                <p:cNvSpPr/>
                <p:nvPr/>
              </p:nvSpPr>
              <p:spPr>
                <a:xfrm>
                  <a:off x="4142300" y="1921825"/>
                  <a:ext cx="2723750" cy="31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50" h="125242" fill="none" extrusionOk="0">
                      <a:moveTo>
                        <a:pt x="0" y="33366"/>
                      </a:moveTo>
                      <a:lnTo>
                        <a:pt x="22293" y="46731"/>
                      </a:lnTo>
                      <a:lnTo>
                        <a:pt x="47414" y="48682"/>
                      </a:lnTo>
                      <a:lnTo>
                        <a:pt x="32195" y="58536"/>
                      </a:lnTo>
                      <a:lnTo>
                        <a:pt x="10537" y="63267"/>
                      </a:lnTo>
                      <a:lnTo>
                        <a:pt x="30366" y="80925"/>
                      </a:lnTo>
                      <a:lnTo>
                        <a:pt x="39634" y="68072"/>
                      </a:lnTo>
                      <a:lnTo>
                        <a:pt x="53024" y="87901"/>
                      </a:lnTo>
                      <a:lnTo>
                        <a:pt x="49414" y="106559"/>
                      </a:lnTo>
                      <a:lnTo>
                        <a:pt x="29878" y="122485"/>
                      </a:lnTo>
                      <a:lnTo>
                        <a:pt x="27341" y="99169"/>
                      </a:lnTo>
                      <a:lnTo>
                        <a:pt x="12732" y="86633"/>
                      </a:lnTo>
                      <a:lnTo>
                        <a:pt x="75340" y="98510"/>
                      </a:lnTo>
                      <a:lnTo>
                        <a:pt x="76243" y="124705"/>
                      </a:lnTo>
                      <a:lnTo>
                        <a:pt x="86681" y="125241"/>
                      </a:lnTo>
                      <a:lnTo>
                        <a:pt x="85560" y="83023"/>
                      </a:lnTo>
                      <a:lnTo>
                        <a:pt x="83096" y="62048"/>
                      </a:lnTo>
                      <a:lnTo>
                        <a:pt x="76340" y="26463"/>
                      </a:lnTo>
                      <a:lnTo>
                        <a:pt x="107486" y="19366"/>
                      </a:lnTo>
                      <a:lnTo>
                        <a:pt x="108949" y="25000"/>
                      </a:lnTo>
                      <a:lnTo>
                        <a:pt x="86779" y="42292"/>
                      </a:lnTo>
                      <a:lnTo>
                        <a:pt x="64804" y="44439"/>
                      </a:lnTo>
                      <a:lnTo>
                        <a:pt x="76340" y="26463"/>
                      </a:lnTo>
                      <a:lnTo>
                        <a:pt x="106218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1" name="Google Shape;951;p11"/>
                <p:cNvSpPr/>
                <p:nvPr/>
              </p:nvSpPr>
              <p:spPr>
                <a:xfrm>
                  <a:off x="5133125" y="3020575"/>
                  <a:ext cx="1970725" cy="136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829" h="54561" fill="none" extrusionOk="0">
                      <a:moveTo>
                        <a:pt x="78828" y="1"/>
                      </a:moveTo>
                      <a:lnTo>
                        <a:pt x="56414" y="17317"/>
                      </a:lnTo>
                      <a:lnTo>
                        <a:pt x="71292" y="30902"/>
                      </a:lnTo>
                      <a:lnTo>
                        <a:pt x="35707" y="54560"/>
                      </a:lnTo>
                      <a:lnTo>
                        <a:pt x="33024" y="29756"/>
                      </a:lnTo>
                      <a:lnTo>
                        <a:pt x="21439" y="18732"/>
                      </a:lnTo>
                      <a:lnTo>
                        <a:pt x="1" y="2412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2" name="Google Shape;952;p11"/>
                <p:cNvSpPr/>
                <p:nvPr/>
              </p:nvSpPr>
              <p:spPr>
                <a:xfrm>
                  <a:off x="3948400" y="4490050"/>
                  <a:ext cx="313425" cy="52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37" h="20830" fill="none" extrusionOk="0">
                      <a:moveTo>
                        <a:pt x="12537" y="1"/>
                      </a:moveTo>
                      <a:lnTo>
                        <a:pt x="0" y="2082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3" name="Google Shape;953;p11"/>
                <p:cNvSpPr/>
                <p:nvPr/>
              </p:nvSpPr>
              <p:spPr>
                <a:xfrm>
                  <a:off x="4261800" y="4490050"/>
                  <a:ext cx="429300" cy="4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72" h="17196" fill="none" extrusionOk="0">
                      <a:moveTo>
                        <a:pt x="1" y="1"/>
                      </a:moveTo>
                      <a:lnTo>
                        <a:pt x="17171" y="1719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4" name="Google Shape;954;p11"/>
                <p:cNvSpPr/>
                <p:nvPr/>
              </p:nvSpPr>
              <p:spPr>
                <a:xfrm>
                  <a:off x="5377625" y="4585775"/>
                  <a:ext cx="381125" cy="49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5" h="19855" fill="none" extrusionOk="0">
                      <a:moveTo>
                        <a:pt x="1" y="1"/>
                      </a:moveTo>
                      <a:lnTo>
                        <a:pt x="15245" y="198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5" name="Google Shape;955;p11"/>
                <p:cNvSpPr/>
                <p:nvPr/>
              </p:nvSpPr>
              <p:spPr>
                <a:xfrm>
                  <a:off x="6320300" y="4568700"/>
                  <a:ext cx="206725" cy="60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9" h="24098" fill="none" extrusionOk="0">
                      <a:moveTo>
                        <a:pt x="8269" y="1"/>
                      </a:moveTo>
                      <a:lnTo>
                        <a:pt x="0" y="240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6" name="Google Shape;956;p11"/>
                <p:cNvSpPr/>
                <p:nvPr/>
              </p:nvSpPr>
              <p:spPr>
                <a:xfrm>
                  <a:off x="6527000" y="4568700"/>
                  <a:ext cx="432950" cy="46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18" h="18660" fill="none" extrusionOk="0">
                      <a:moveTo>
                        <a:pt x="1" y="1"/>
                      </a:moveTo>
                      <a:lnTo>
                        <a:pt x="17317" y="1865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7" name="Google Shape;957;p11"/>
                <p:cNvSpPr/>
                <p:nvPr/>
              </p:nvSpPr>
              <p:spPr>
                <a:xfrm>
                  <a:off x="6281275" y="3997375"/>
                  <a:ext cx="600625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25" h="8318" fill="none" extrusionOk="0">
                      <a:moveTo>
                        <a:pt x="1" y="1"/>
                      </a:moveTo>
                      <a:lnTo>
                        <a:pt x="24024" y="831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8" name="Google Shape;958;p11"/>
                <p:cNvSpPr/>
                <p:nvPr/>
              </p:nvSpPr>
              <p:spPr>
                <a:xfrm>
                  <a:off x="2161850" y="2363900"/>
                  <a:ext cx="1050625" cy="40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25" h="16366" fill="none" extrusionOk="0">
                      <a:moveTo>
                        <a:pt x="22073" y="0"/>
                      </a:moveTo>
                      <a:lnTo>
                        <a:pt x="1" y="9268"/>
                      </a:lnTo>
                      <a:lnTo>
                        <a:pt x="42024" y="1636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59" name="Google Shape;959;p11"/>
                <p:cNvSpPr/>
                <p:nvPr/>
              </p:nvSpPr>
              <p:spPr>
                <a:xfrm>
                  <a:off x="605800" y="2507175"/>
                  <a:ext cx="480500" cy="2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20" h="1099" fill="none" extrusionOk="0">
                      <a:moveTo>
                        <a:pt x="19219" y="1098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0" name="Google Shape;960;p11"/>
                <p:cNvSpPr/>
                <p:nvPr/>
              </p:nvSpPr>
              <p:spPr>
                <a:xfrm>
                  <a:off x="514325" y="1369400"/>
                  <a:ext cx="571975" cy="70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79" h="28122" fill="none" extrusionOk="0">
                      <a:moveTo>
                        <a:pt x="22878" y="8464"/>
                      </a:moveTo>
                      <a:lnTo>
                        <a:pt x="1" y="1"/>
                      </a:lnTo>
                      <a:lnTo>
                        <a:pt x="1586" y="28122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1" name="Google Shape;961;p11"/>
                <p:cNvSpPr/>
                <p:nvPr/>
              </p:nvSpPr>
              <p:spPr>
                <a:xfrm>
                  <a:off x="1661250" y="1744400"/>
                  <a:ext cx="924400" cy="69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6" h="27756" fill="none" extrusionOk="0">
                      <a:moveTo>
                        <a:pt x="36975" y="0"/>
                      </a:moveTo>
                      <a:lnTo>
                        <a:pt x="19098" y="11293"/>
                      </a:lnTo>
                      <a:lnTo>
                        <a:pt x="1" y="277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2" name="Google Shape;962;p11"/>
                <p:cNvSpPr/>
                <p:nvPr/>
              </p:nvSpPr>
              <p:spPr>
                <a:xfrm>
                  <a:off x="4405700" y="3502875"/>
                  <a:ext cx="54900" cy="5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6" h="23391" fill="none" extrusionOk="0">
                      <a:moveTo>
                        <a:pt x="1" y="1"/>
                      </a:moveTo>
                      <a:lnTo>
                        <a:pt x="2196" y="233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3" name="Google Shape;963;p11"/>
                <p:cNvSpPr/>
                <p:nvPr/>
              </p:nvSpPr>
              <p:spPr>
                <a:xfrm>
                  <a:off x="3941075" y="3090100"/>
                  <a:ext cx="758550" cy="19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42" h="7927" fill="none" extrusionOk="0">
                      <a:moveTo>
                        <a:pt x="30342" y="0"/>
                      </a:moveTo>
                      <a:lnTo>
                        <a:pt x="1" y="792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miter lim="24389"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964" name="Google Shape;964;p11"/>
              <p:cNvGrpSpPr/>
              <p:nvPr/>
            </p:nvGrpSpPr>
            <p:grpSpPr>
              <a:xfrm rot="10800000" flipH="1">
                <a:off x="-1649808" y="-1660189"/>
                <a:ext cx="6141628" cy="4231931"/>
                <a:chOff x="514925" y="265275"/>
                <a:chExt cx="6322450" cy="4383150"/>
              </a:xfrm>
            </p:grpSpPr>
            <p:sp>
              <p:nvSpPr>
                <p:cNvPr id="965" name="Google Shape;965;p11"/>
                <p:cNvSpPr/>
                <p:nvPr/>
              </p:nvSpPr>
              <p:spPr>
                <a:xfrm>
                  <a:off x="3124925" y="2269475"/>
                  <a:ext cx="21675" cy="1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6" extrusionOk="0">
                      <a:moveTo>
                        <a:pt x="436" y="0"/>
                      </a:moveTo>
                      <a:cubicBezTo>
                        <a:pt x="214" y="0"/>
                        <a:pt x="1" y="203"/>
                        <a:pt x="38" y="460"/>
                      </a:cubicBezTo>
                      <a:cubicBezTo>
                        <a:pt x="82" y="668"/>
                        <a:pt x="262" y="785"/>
                        <a:pt x="440" y="785"/>
                      </a:cubicBezTo>
                      <a:cubicBezTo>
                        <a:pt x="554" y="785"/>
                        <a:pt x="668" y="736"/>
                        <a:pt x="745" y="631"/>
                      </a:cubicBezTo>
                      <a:cubicBezTo>
                        <a:pt x="867" y="436"/>
                        <a:pt x="818" y="192"/>
                        <a:pt x="647" y="70"/>
                      </a:cubicBezTo>
                      <a:cubicBezTo>
                        <a:pt x="582" y="22"/>
                        <a:pt x="508" y="0"/>
                        <a:pt x="4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6" name="Google Shape;966;p11"/>
                <p:cNvSpPr/>
                <p:nvPr/>
              </p:nvSpPr>
              <p:spPr>
                <a:xfrm>
                  <a:off x="3577675" y="2099825"/>
                  <a:ext cx="36000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289" extrusionOk="0">
                      <a:moveTo>
                        <a:pt x="696" y="0"/>
                      </a:moveTo>
                      <a:cubicBezTo>
                        <a:pt x="324" y="0"/>
                        <a:pt x="1" y="338"/>
                        <a:pt x="74" y="758"/>
                      </a:cubicBezTo>
                      <a:cubicBezTo>
                        <a:pt x="132" y="1093"/>
                        <a:pt x="416" y="1289"/>
                        <a:pt x="703" y="1289"/>
                      </a:cubicBezTo>
                      <a:cubicBezTo>
                        <a:pt x="897" y="1289"/>
                        <a:pt x="1092" y="1199"/>
                        <a:pt x="1220" y="1002"/>
                      </a:cubicBezTo>
                      <a:cubicBezTo>
                        <a:pt x="1440" y="710"/>
                        <a:pt x="1366" y="319"/>
                        <a:pt x="1074" y="124"/>
                      </a:cubicBezTo>
                      <a:cubicBezTo>
                        <a:pt x="951" y="39"/>
                        <a:pt x="821" y="0"/>
                        <a:pt x="6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7" name="Google Shape;967;p11"/>
                <p:cNvSpPr/>
                <p:nvPr/>
              </p:nvSpPr>
              <p:spPr>
                <a:xfrm>
                  <a:off x="3292625" y="2648125"/>
                  <a:ext cx="21675" cy="1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5" extrusionOk="0">
                      <a:moveTo>
                        <a:pt x="425" y="0"/>
                      </a:moveTo>
                      <a:cubicBezTo>
                        <a:pt x="199" y="0"/>
                        <a:pt x="0" y="203"/>
                        <a:pt x="37" y="460"/>
                      </a:cubicBezTo>
                      <a:cubicBezTo>
                        <a:pt x="81" y="668"/>
                        <a:pt x="261" y="785"/>
                        <a:pt x="439" y="785"/>
                      </a:cubicBezTo>
                      <a:cubicBezTo>
                        <a:pt x="554" y="785"/>
                        <a:pt x="668" y="736"/>
                        <a:pt x="744" y="631"/>
                      </a:cubicBezTo>
                      <a:cubicBezTo>
                        <a:pt x="866" y="436"/>
                        <a:pt x="817" y="192"/>
                        <a:pt x="647" y="70"/>
                      </a:cubicBezTo>
                      <a:cubicBezTo>
                        <a:pt x="575" y="22"/>
                        <a:pt x="498" y="0"/>
                        <a:pt x="4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8" name="Google Shape;968;p11"/>
                <p:cNvSpPr/>
                <p:nvPr/>
              </p:nvSpPr>
              <p:spPr>
                <a:xfrm>
                  <a:off x="2890625" y="2093225"/>
                  <a:ext cx="38925" cy="3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1392" extrusionOk="0">
                      <a:moveTo>
                        <a:pt x="779" y="1"/>
                      </a:moveTo>
                      <a:cubicBezTo>
                        <a:pt x="371" y="1"/>
                        <a:pt x="0" y="365"/>
                        <a:pt x="93" y="827"/>
                      </a:cubicBezTo>
                      <a:cubicBezTo>
                        <a:pt x="152" y="1180"/>
                        <a:pt x="458" y="1391"/>
                        <a:pt x="773" y="1391"/>
                      </a:cubicBezTo>
                      <a:cubicBezTo>
                        <a:pt x="980" y="1391"/>
                        <a:pt x="1191" y="1299"/>
                        <a:pt x="1337" y="1096"/>
                      </a:cubicBezTo>
                      <a:cubicBezTo>
                        <a:pt x="1556" y="779"/>
                        <a:pt x="1483" y="340"/>
                        <a:pt x="1166" y="120"/>
                      </a:cubicBezTo>
                      <a:cubicBezTo>
                        <a:pt x="1042" y="38"/>
                        <a:pt x="909" y="1"/>
                        <a:pt x="77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9" name="Google Shape;969;p11"/>
                <p:cNvSpPr/>
                <p:nvPr/>
              </p:nvSpPr>
              <p:spPr>
                <a:xfrm>
                  <a:off x="2331350" y="2743125"/>
                  <a:ext cx="23800" cy="1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779" extrusionOk="0">
                      <a:moveTo>
                        <a:pt x="500" y="0"/>
                      </a:moveTo>
                      <a:cubicBezTo>
                        <a:pt x="440" y="0"/>
                        <a:pt x="377" y="16"/>
                        <a:pt x="318" y="50"/>
                      </a:cubicBezTo>
                      <a:cubicBezTo>
                        <a:pt x="1" y="221"/>
                        <a:pt x="50" y="660"/>
                        <a:pt x="391" y="758"/>
                      </a:cubicBezTo>
                      <a:cubicBezTo>
                        <a:pt x="430" y="772"/>
                        <a:pt x="470" y="779"/>
                        <a:pt x="510" y="779"/>
                      </a:cubicBezTo>
                      <a:cubicBezTo>
                        <a:pt x="667" y="779"/>
                        <a:pt x="816" y="670"/>
                        <a:pt x="855" y="514"/>
                      </a:cubicBezTo>
                      <a:cubicBezTo>
                        <a:pt x="952" y="241"/>
                        <a:pt x="739" y="0"/>
                        <a:pt x="5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0" name="Google Shape;970;p11"/>
                <p:cNvSpPr/>
                <p:nvPr/>
              </p:nvSpPr>
              <p:spPr>
                <a:xfrm>
                  <a:off x="2023450" y="3017650"/>
                  <a:ext cx="23700" cy="2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" h="812" extrusionOk="0">
                      <a:moveTo>
                        <a:pt x="439" y="0"/>
                      </a:moveTo>
                      <a:cubicBezTo>
                        <a:pt x="278" y="0"/>
                        <a:pt x="121" y="93"/>
                        <a:pt x="73" y="313"/>
                      </a:cubicBezTo>
                      <a:cubicBezTo>
                        <a:pt x="0" y="508"/>
                        <a:pt x="122" y="727"/>
                        <a:pt x="342" y="801"/>
                      </a:cubicBezTo>
                      <a:cubicBezTo>
                        <a:pt x="371" y="808"/>
                        <a:pt x="400" y="811"/>
                        <a:pt x="430" y="811"/>
                      </a:cubicBezTo>
                      <a:cubicBezTo>
                        <a:pt x="599" y="811"/>
                        <a:pt x="767" y="698"/>
                        <a:pt x="829" y="532"/>
                      </a:cubicBezTo>
                      <a:cubicBezTo>
                        <a:pt x="948" y="221"/>
                        <a:pt x="689" y="0"/>
                        <a:pt x="4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1" name="Google Shape;971;p11"/>
                <p:cNvSpPr/>
                <p:nvPr/>
              </p:nvSpPr>
              <p:spPr>
                <a:xfrm>
                  <a:off x="5303750" y="2894950"/>
                  <a:ext cx="23300" cy="1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" h="793" extrusionOk="0">
                      <a:moveTo>
                        <a:pt x="447" y="0"/>
                      </a:moveTo>
                      <a:cubicBezTo>
                        <a:pt x="202" y="0"/>
                        <a:pt x="0" y="241"/>
                        <a:pt x="78" y="514"/>
                      </a:cubicBezTo>
                      <a:cubicBezTo>
                        <a:pt x="120" y="680"/>
                        <a:pt x="285" y="793"/>
                        <a:pt x="468" y="793"/>
                      </a:cubicBezTo>
                      <a:cubicBezTo>
                        <a:pt x="500" y="793"/>
                        <a:pt x="533" y="789"/>
                        <a:pt x="566" y="782"/>
                      </a:cubicBezTo>
                      <a:cubicBezTo>
                        <a:pt x="883" y="660"/>
                        <a:pt x="932" y="221"/>
                        <a:pt x="639" y="50"/>
                      </a:cubicBezTo>
                      <a:cubicBezTo>
                        <a:pt x="575" y="16"/>
                        <a:pt x="510" y="0"/>
                        <a:pt x="4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2" name="Google Shape;972;p11"/>
                <p:cNvSpPr/>
                <p:nvPr/>
              </p:nvSpPr>
              <p:spPr>
                <a:xfrm>
                  <a:off x="4903150" y="2788850"/>
                  <a:ext cx="23300" cy="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" h="780" extrusionOk="0">
                      <a:moveTo>
                        <a:pt x="447" y="0"/>
                      </a:moveTo>
                      <a:cubicBezTo>
                        <a:pt x="202" y="0"/>
                        <a:pt x="0" y="242"/>
                        <a:pt x="78" y="514"/>
                      </a:cubicBezTo>
                      <a:cubicBezTo>
                        <a:pt x="136" y="670"/>
                        <a:pt x="273" y="779"/>
                        <a:pt x="438" y="779"/>
                      </a:cubicBezTo>
                      <a:cubicBezTo>
                        <a:pt x="479" y="779"/>
                        <a:pt x="522" y="772"/>
                        <a:pt x="566" y="758"/>
                      </a:cubicBezTo>
                      <a:cubicBezTo>
                        <a:pt x="907" y="660"/>
                        <a:pt x="932" y="221"/>
                        <a:pt x="639" y="50"/>
                      </a:cubicBezTo>
                      <a:cubicBezTo>
                        <a:pt x="575" y="16"/>
                        <a:pt x="509" y="0"/>
                        <a:pt x="4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3" name="Google Shape;973;p11"/>
                <p:cNvSpPr/>
                <p:nvPr/>
              </p:nvSpPr>
              <p:spPr>
                <a:xfrm>
                  <a:off x="4246575" y="4628675"/>
                  <a:ext cx="23325" cy="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" h="790" extrusionOk="0">
                      <a:moveTo>
                        <a:pt x="430" y="0"/>
                      </a:moveTo>
                      <a:cubicBezTo>
                        <a:pt x="393" y="0"/>
                        <a:pt x="356" y="6"/>
                        <a:pt x="317" y="17"/>
                      </a:cubicBezTo>
                      <a:cubicBezTo>
                        <a:pt x="122" y="90"/>
                        <a:pt x="0" y="309"/>
                        <a:pt x="49" y="504"/>
                      </a:cubicBezTo>
                      <a:cubicBezTo>
                        <a:pt x="102" y="691"/>
                        <a:pt x="264" y="790"/>
                        <a:pt x="429" y="790"/>
                      </a:cubicBezTo>
                      <a:cubicBezTo>
                        <a:pt x="565" y="790"/>
                        <a:pt x="703" y="721"/>
                        <a:pt x="781" y="578"/>
                      </a:cubicBezTo>
                      <a:cubicBezTo>
                        <a:pt x="932" y="318"/>
                        <a:pt x="719" y="0"/>
                        <a:pt x="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4" name="Google Shape;974;p11"/>
                <p:cNvSpPr/>
                <p:nvPr/>
              </p:nvSpPr>
              <p:spPr>
                <a:xfrm>
                  <a:off x="3845850" y="4522350"/>
                  <a:ext cx="23925" cy="1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793" extrusionOk="0">
                      <a:moveTo>
                        <a:pt x="457" y="0"/>
                      </a:moveTo>
                      <a:cubicBezTo>
                        <a:pt x="217" y="0"/>
                        <a:pt x="0" y="241"/>
                        <a:pt x="78" y="514"/>
                      </a:cubicBezTo>
                      <a:cubicBezTo>
                        <a:pt x="140" y="680"/>
                        <a:pt x="309" y="793"/>
                        <a:pt x="478" y="793"/>
                      </a:cubicBezTo>
                      <a:cubicBezTo>
                        <a:pt x="507" y="793"/>
                        <a:pt x="537" y="789"/>
                        <a:pt x="566" y="782"/>
                      </a:cubicBezTo>
                      <a:cubicBezTo>
                        <a:pt x="907" y="684"/>
                        <a:pt x="956" y="221"/>
                        <a:pt x="639" y="50"/>
                      </a:cubicBezTo>
                      <a:cubicBezTo>
                        <a:pt x="580" y="16"/>
                        <a:pt x="518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5" name="Google Shape;975;p11"/>
                <p:cNvSpPr/>
                <p:nvPr/>
              </p:nvSpPr>
              <p:spPr>
                <a:xfrm>
                  <a:off x="6364650" y="2417850"/>
                  <a:ext cx="23975" cy="1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" h="784" extrusionOk="0">
                      <a:moveTo>
                        <a:pt x="482" y="0"/>
                      </a:moveTo>
                      <a:cubicBezTo>
                        <a:pt x="303" y="0"/>
                        <a:pt x="141" y="99"/>
                        <a:pt x="80" y="281"/>
                      </a:cubicBezTo>
                      <a:cubicBezTo>
                        <a:pt x="0" y="540"/>
                        <a:pt x="214" y="783"/>
                        <a:pt x="468" y="783"/>
                      </a:cubicBezTo>
                      <a:cubicBezTo>
                        <a:pt x="525" y="783"/>
                        <a:pt x="583" y="771"/>
                        <a:pt x="641" y="744"/>
                      </a:cubicBezTo>
                      <a:cubicBezTo>
                        <a:pt x="958" y="574"/>
                        <a:pt x="909" y="135"/>
                        <a:pt x="592" y="13"/>
                      </a:cubicBezTo>
                      <a:cubicBezTo>
                        <a:pt x="555" y="5"/>
                        <a:pt x="518" y="0"/>
                        <a:pt x="4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6" name="Google Shape;976;p11"/>
                <p:cNvSpPr/>
                <p:nvPr/>
              </p:nvSpPr>
              <p:spPr>
                <a:xfrm>
                  <a:off x="6096525" y="2103225"/>
                  <a:ext cx="24700" cy="1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" h="784" extrusionOk="0">
                      <a:moveTo>
                        <a:pt x="451" y="0"/>
                      </a:moveTo>
                      <a:cubicBezTo>
                        <a:pt x="272" y="0"/>
                        <a:pt x="110" y="99"/>
                        <a:pt x="49" y="281"/>
                      </a:cubicBezTo>
                      <a:cubicBezTo>
                        <a:pt x="0" y="476"/>
                        <a:pt x="98" y="696"/>
                        <a:pt x="318" y="769"/>
                      </a:cubicBezTo>
                      <a:cubicBezTo>
                        <a:pt x="355" y="779"/>
                        <a:pt x="391" y="783"/>
                        <a:pt x="426" y="783"/>
                      </a:cubicBezTo>
                      <a:cubicBezTo>
                        <a:pt x="816" y="783"/>
                        <a:pt x="987" y="192"/>
                        <a:pt x="561" y="13"/>
                      </a:cubicBezTo>
                      <a:cubicBezTo>
                        <a:pt x="524" y="4"/>
                        <a:pt x="487" y="0"/>
                        <a:pt x="4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7" name="Google Shape;977;p11"/>
                <p:cNvSpPr/>
                <p:nvPr/>
              </p:nvSpPr>
              <p:spPr>
                <a:xfrm>
                  <a:off x="4086375" y="3790050"/>
                  <a:ext cx="49250" cy="4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781" extrusionOk="0">
                      <a:moveTo>
                        <a:pt x="968" y="1"/>
                      </a:moveTo>
                      <a:cubicBezTo>
                        <a:pt x="464" y="1"/>
                        <a:pt x="0" y="451"/>
                        <a:pt x="91" y="1050"/>
                      </a:cubicBezTo>
                      <a:cubicBezTo>
                        <a:pt x="178" y="1515"/>
                        <a:pt x="577" y="1781"/>
                        <a:pt x="978" y="1781"/>
                      </a:cubicBezTo>
                      <a:cubicBezTo>
                        <a:pt x="1250" y="1781"/>
                        <a:pt x="1523" y="1658"/>
                        <a:pt x="1701" y="1392"/>
                      </a:cubicBezTo>
                      <a:cubicBezTo>
                        <a:pt x="1969" y="977"/>
                        <a:pt x="1872" y="440"/>
                        <a:pt x="1481" y="172"/>
                      </a:cubicBezTo>
                      <a:cubicBezTo>
                        <a:pt x="1319" y="54"/>
                        <a:pt x="1141" y="1"/>
                        <a:pt x="96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8" name="Google Shape;978;p11"/>
                <p:cNvSpPr/>
                <p:nvPr/>
              </p:nvSpPr>
              <p:spPr>
                <a:xfrm>
                  <a:off x="4192000" y="4031600"/>
                  <a:ext cx="49700" cy="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783" extrusionOk="0">
                      <a:moveTo>
                        <a:pt x="983" y="0"/>
                      </a:moveTo>
                      <a:cubicBezTo>
                        <a:pt x="465" y="0"/>
                        <a:pt x="0" y="462"/>
                        <a:pt x="110" y="1046"/>
                      </a:cubicBezTo>
                      <a:cubicBezTo>
                        <a:pt x="198" y="1516"/>
                        <a:pt x="595" y="1782"/>
                        <a:pt x="998" y="1782"/>
                      </a:cubicBezTo>
                      <a:cubicBezTo>
                        <a:pt x="1265" y="1782"/>
                        <a:pt x="1535" y="1665"/>
                        <a:pt x="1720" y="1412"/>
                      </a:cubicBezTo>
                      <a:cubicBezTo>
                        <a:pt x="1988" y="998"/>
                        <a:pt x="1890" y="437"/>
                        <a:pt x="1500" y="168"/>
                      </a:cubicBezTo>
                      <a:cubicBezTo>
                        <a:pt x="1335" y="52"/>
                        <a:pt x="1156" y="0"/>
                        <a:pt x="9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9" name="Google Shape;979;p11"/>
                <p:cNvSpPr/>
                <p:nvPr/>
              </p:nvSpPr>
              <p:spPr>
                <a:xfrm>
                  <a:off x="2743075" y="947275"/>
                  <a:ext cx="49875" cy="4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5" h="1788" extrusionOk="0">
                      <a:moveTo>
                        <a:pt x="986" y="0"/>
                      </a:moveTo>
                      <a:cubicBezTo>
                        <a:pt x="468" y="0"/>
                        <a:pt x="0" y="466"/>
                        <a:pt x="93" y="1057"/>
                      </a:cubicBezTo>
                      <a:cubicBezTo>
                        <a:pt x="180" y="1521"/>
                        <a:pt x="569" y="1787"/>
                        <a:pt x="968" y="1787"/>
                      </a:cubicBezTo>
                      <a:cubicBezTo>
                        <a:pt x="1240" y="1787"/>
                        <a:pt x="1515" y="1665"/>
                        <a:pt x="1702" y="1398"/>
                      </a:cubicBezTo>
                      <a:cubicBezTo>
                        <a:pt x="1995" y="1008"/>
                        <a:pt x="1873" y="447"/>
                        <a:pt x="1483" y="154"/>
                      </a:cubicBezTo>
                      <a:cubicBezTo>
                        <a:pt x="1323" y="48"/>
                        <a:pt x="1152" y="0"/>
                        <a:pt x="98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0" name="Google Shape;980;p11"/>
                <p:cNvSpPr/>
                <p:nvPr/>
              </p:nvSpPr>
              <p:spPr>
                <a:xfrm>
                  <a:off x="2848725" y="1189600"/>
                  <a:ext cx="49725" cy="4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777" extrusionOk="0">
                      <a:moveTo>
                        <a:pt x="983" y="0"/>
                      </a:moveTo>
                      <a:cubicBezTo>
                        <a:pt x="466" y="0"/>
                        <a:pt x="1" y="462"/>
                        <a:pt x="110" y="1046"/>
                      </a:cubicBezTo>
                      <a:cubicBezTo>
                        <a:pt x="197" y="1511"/>
                        <a:pt x="596" y="1777"/>
                        <a:pt x="997" y="1777"/>
                      </a:cubicBezTo>
                      <a:cubicBezTo>
                        <a:pt x="1269" y="1777"/>
                        <a:pt x="1542" y="1654"/>
                        <a:pt x="1720" y="1388"/>
                      </a:cubicBezTo>
                      <a:cubicBezTo>
                        <a:pt x="1988" y="998"/>
                        <a:pt x="1891" y="437"/>
                        <a:pt x="1501" y="168"/>
                      </a:cubicBezTo>
                      <a:cubicBezTo>
                        <a:pt x="1335" y="52"/>
                        <a:pt x="1156" y="0"/>
                        <a:pt x="9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1" name="Google Shape;981;p11"/>
                <p:cNvSpPr/>
                <p:nvPr/>
              </p:nvSpPr>
              <p:spPr>
                <a:xfrm>
                  <a:off x="1001825" y="2874925"/>
                  <a:ext cx="49700" cy="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783" extrusionOk="0">
                      <a:moveTo>
                        <a:pt x="972" y="0"/>
                      </a:moveTo>
                      <a:cubicBezTo>
                        <a:pt x="465" y="0"/>
                        <a:pt x="0" y="462"/>
                        <a:pt x="110" y="1046"/>
                      </a:cubicBezTo>
                      <a:cubicBezTo>
                        <a:pt x="183" y="1516"/>
                        <a:pt x="583" y="1782"/>
                        <a:pt x="985" y="1782"/>
                      </a:cubicBezTo>
                      <a:cubicBezTo>
                        <a:pt x="1252" y="1782"/>
                        <a:pt x="1520" y="1665"/>
                        <a:pt x="1695" y="1412"/>
                      </a:cubicBezTo>
                      <a:cubicBezTo>
                        <a:pt x="1988" y="998"/>
                        <a:pt x="1890" y="437"/>
                        <a:pt x="1476" y="168"/>
                      </a:cubicBezTo>
                      <a:cubicBezTo>
                        <a:pt x="1317" y="52"/>
                        <a:pt x="1142" y="0"/>
                        <a:pt x="9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2" name="Google Shape;982;p11"/>
                <p:cNvSpPr/>
                <p:nvPr/>
              </p:nvSpPr>
              <p:spPr>
                <a:xfrm>
                  <a:off x="1107300" y="3117600"/>
                  <a:ext cx="49725" cy="4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777" extrusionOk="0">
                      <a:moveTo>
                        <a:pt x="983" y="0"/>
                      </a:moveTo>
                      <a:cubicBezTo>
                        <a:pt x="466" y="0"/>
                        <a:pt x="1" y="462"/>
                        <a:pt x="110" y="1046"/>
                      </a:cubicBezTo>
                      <a:cubicBezTo>
                        <a:pt x="197" y="1511"/>
                        <a:pt x="596" y="1777"/>
                        <a:pt x="997" y="1777"/>
                      </a:cubicBezTo>
                      <a:cubicBezTo>
                        <a:pt x="1269" y="1777"/>
                        <a:pt x="1542" y="1654"/>
                        <a:pt x="1720" y="1388"/>
                      </a:cubicBezTo>
                      <a:cubicBezTo>
                        <a:pt x="1988" y="973"/>
                        <a:pt x="1891" y="437"/>
                        <a:pt x="1501" y="168"/>
                      </a:cubicBezTo>
                      <a:cubicBezTo>
                        <a:pt x="1335" y="52"/>
                        <a:pt x="1156" y="0"/>
                        <a:pt x="9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3" name="Google Shape;983;p11"/>
                <p:cNvSpPr/>
                <p:nvPr/>
              </p:nvSpPr>
              <p:spPr>
                <a:xfrm>
                  <a:off x="6416000" y="1973775"/>
                  <a:ext cx="56150" cy="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6" h="1780" extrusionOk="0">
                      <a:moveTo>
                        <a:pt x="1097" y="1"/>
                      </a:moveTo>
                      <a:cubicBezTo>
                        <a:pt x="466" y="1"/>
                        <a:pt x="1" y="713"/>
                        <a:pt x="343" y="1313"/>
                      </a:cubicBezTo>
                      <a:cubicBezTo>
                        <a:pt x="495" y="1616"/>
                        <a:pt x="797" y="1779"/>
                        <a:pt x="1115" y="1779"/>
                      </a:cubicBezTo>
                      <a:cubicBezTo>
                        <a:pt x="1257" y="1779"/>
                        <a:pt x="1402" y="1747"/>
                        <a:pt x="1538" y="1679"/>
                      </a:cubicBezTo>
                      <a:cubicBezTo>
                        <a:pt x="2246" y="1288"/>
                        <a:pt x="2124" y="264"/>
                        <a:pt x="1368" y="45"/>
                      </a:cubicBezTo>
                      <a:cubicBezTo>
                        <a:pt x="1275" y="15"/>
                        <a:pt x="1184" y="1"/>
                        <a:pt x="10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4" name="Google Shape;984;p11"/>
                <p:cNvSpPr/>
                <p:nvPr/>
              </p:nvSpPr>
              <p:spPr>
                <a:xfrm>
                  <a:off x="6152475" y="1959900"/>
                  <a:ext cx="55650" cy="4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" h="1785" extrusionOk="0">
                      <a:moveTo>
                        <a:pt x="1089" y="1"/>
                      </a:moveTo>
                      <a:cubicBezTo>
                        <a:pt x="457" y="1"/>
                        <a:pt x="0" y="682"/>
                        <a:pt x="323" y="1307"/>
                      </a:cubicBezTo>
                      <a:cubicBezTo>
                        <a:pt x="491" y="1609"/>
                        <a:pt x="798" y="1784"/>
                        <a:pt x="1116" y="1784"/>
                      </a:cubicBezTo>
                      <a:cubicBezTo>
                        <a:pt x="1260" y="1784"/>
                        <a:pt x="1406" y="1749"/>
                        <a:pt x="1543" y="1673"/>
                      </a:cubicBezTo>
                      <a:cubicBezTo>
                        <a:pt x="2226" y="1282"/>
                        <a:pt x="2104" y="258"/>
                        <a:pt x="1348" y="39"/>
                      </a:cubicBezTo>
                      <a:cubicBezTo>
                        <a:pt x="1259" y="13"/>
                        <a:pt x="1172" y="1"/>
                        <a:pt x="10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5" name="Google Shape;985;p11"/>
                <p:cNvSpPr/>
                <p:nvPr/>
              </p:nvSpPr>
              <p:spPr>
                <a:xfrm>
                  <a:off x="838100" y="3028025"/>
                  <a:ext cx="21975" cy="1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" h="795" extrusionOk="0">
                      <a:moveTo>
                        <a:pt x="445" y="1"/>
                      </a:moveTo>
                      <a:cubicBezTo>
                        <a:pt x="322" y="1"/>
                        <a:pt x="198" y="60"/>
                        <a:pt x="122" y="166"/>
                      </a:cubicBezTo>
                      <a:cubicBezTo>
                        <a:pt x="0" y="361"/>
                        <a:pt x="49" y="605"/>
                        <a:pt x="220" y="727"/>
                      </a:cubicBezTo>
                      <a:cubicBezTo>
                        <a:pt x="284" y="773"/>
                        <a:pt x="359" y="795"/>
                        <a:pt x="434" y="795"/>
                      </a:cubicBezTo>
                      <a:cubicBezTo>
                        <a:pt x="557" y="795"/>
                        <a:pt x="681" y="736"/>
                        <a:pt x="757" y="630"/>
                      </a:cubicBezTo>
                      <a:cubicBezTo>
                        <a:pt x="879" y="434"/>
                        <a:pt x="854" y="191"/>
                        <a:pt x="659" y="69"/>
                      </a:cubicBezTo>
                      <a:cubicBezTo>
                        <a:pt x="595" y="23"/>
                        <a:pt x="520" y="1"/>
                        <a:pt x="44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6" name="Google Shape;986;p11"/>
                <p:cNvSpPr/>
                <p:nvPr/>
              </p:nvSpPr>
              <p:spPr>
                <a:xfrm>
                  <a:off x="1291150" y="2858350"/>
                  <a:ext cx="36000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289" extrusionOk="0">
                      <a:moveTo>
                        <a:pt x="706" y="0"/>
                      </a:moveTo>
                      <a:cubicBezTo>
                        <a:pt x="337" y="0"/>
                        <a:pt x="0" y="338"/>
                        <a:pt x="73" y="758"/>
                      </a:cubicBezTo>
                      <a:cubicBezTo>
                        <a:pt x="131" y="1093"/>
                        <a:pt x="415" y="1289"/>
                        <a:pt x="702" y="1289"/>
                      </a:cubicBezTo>
                      <a:cubicBezTo>
                        <a:pt x="896" y="1289"/>
                        <a:pt x="1092" y="1199"/>
                        <a:pt x="1220" y="1002"/>
                      </a:cubicBezTo>
                      <a:cubicBezTo>
                        <a:pt x="1439" y="709"/>
                        <a:pt x="1366" y="319"/>
                        <a:pt x="1073" y="124"/>
                      </a:cubicBezTo>
                      <a:cubicBezTo>
                        <a:pt x="957" y="38"/>
                        <a:pt x="830" y="0"/>
                        <a:pt x="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7" name="Google Shape;987;p11"/>
                <p:cNvSpPr/>
                <p:nvPr/>
              </p:nvSpPr>
              <p:spPr>
                <a:xfrm>
                  <a:off x="1006075" y="3407000"/>
                  <a:ext cx="21675" cy="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90" extrusionOk="0">
                      <a:moveTo>
                        <a:pt x="430" y="0"/>
                      </a:moveTo>
                      <a:cubicBezTo>
                        <a:pt x="210" y="0"/>
                        <a:pt x="1" y="215"/>
                        <a:pt x="37" y="470"/>
                      </a:cubicBezTo>
                      <a:cubicBezTo>
                        <a:pt x="81" y="673"/>
                        <a:pt x="254" y="790"/>
                        <a:pt x="427" y="790"/>
                      </a:cubicBezTo>
                      <a:cubicBezTo>
                        <a:pt x="546" y="790"/>
                        <a:pt x="666" y="735"/>
                        <a:pt x="745" y="616"/>
                      </a:cubicBezTo>
                      <a:cubicBezTo>
                        <a:pt x="867" y="446"/>
                        <a:pt x="818" y="202"/>
                        <a:pt x="647" y="80"/>
                      </a:cubicBezTo>
                      <a:cubicBezTo>
                        <a:pt x="580" y="25"/>
                        <a:pt x="504" y="0"/>
                        <a:pt x="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8" name="Google Shape;988;p11"/>
                <p:cNvSpPr/>
                <p:nvPr/>
              </p:nvSpPr>
              <p:spPr>
                <a:xfrm>
                  <a:off x="603950" y="2851575"/>
                  <a:ext cx="39050" cy="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400" extrusionOk="0">
                      <a:moveTo>
                        <a:pt x="769" y="1"/>
                      </a:moveTo>
                      <a:cubicBezTo>
                        <a:pt x="551" y="1"/>
                        <a:pt x="340" y="103"/>
                        <a:pt x="220" y="297"/>
                      </a:cubicBezTo>
                      <a:cubicBezTo>
                        <a:pt x="1" y="615"/>
                        <a:pt x="74" y="1054"/>
                        <a:pt x="391" y="1273"/>
                      </a:cubicBezTo>
                      <a:cubicBezTo>
                        <a:pt x="504" y="1358"/>
                        <a:pt x="640" y="1399"/>
                        <a:pt x="776" y="1399"/>
                      </a:cubicBezTo>
                      <a:cubicBezTo>
                        <a:pt x="991" y="1399"/>
                        <a:pt x="1208" y="1297"/>
                        <a:pt x="1342" y="1102"/>
                      </a:cubicBezTo>
                      <a:cubicBezTo>
                        <a:pt x="1562" y="785"/>
                        <a:pt x="1489" y="346"/>
                        <a:pt x="1172" y="127"/>
                      </a:cubicBezTo>
                      <a:cubicBezTo>
                        <a:pt x="1049" y="42"/>
                        <a:pt x="907" y="1"/>
                        <a:pt x="7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9" name="Google Shape;989;p11"/>
                <p:cNvSpPr/>
                <p:nvPr/>
              </p:nvSpPr>
              <p:spPr>
                <a:xfrm>
                  <a:off x="4762375" y="4210775"/>
                  <a:ext cx="23825" cy="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" h="787" extrusionOk="0">
                      <a:moveTo>
                        <a:pt x="539" y="1"/>
                      </a:moveTo>
                      <a:cubicBezTo>
                        <a:pt x="1" y="1"/>
                        <a:pt x="8" y="786"/>
                        <a:pt x="498" y="786"/>
                      </a:cubicBezTo>
                      <a:cubicBezTo>
                        <a:pt x="519" y="786"/>
                        <a:pt x="540" y="785"/>
                        <a:pt x="563" y="782"/>
                      </a:cubicBezTo>
                      <a:cubicBezTo>
                        <a:pt x="782" y="782"/>
                        <a:pt x="953" y="611"/>
                        <a:pt x="953" y="392"/>
                      </a:cubicBezTo>
                      <a:cubicBezTo>
                        <a:pt x="953" y="172"/>
                        <a:pt x="758" y="1"/>
                        <a:pt x="563" y="1"/>
                      </a:cubicBezTo>
                      <a:cubicBezTo>
                        <a:pt x="555" y="1"/>
                        <a:pt x="547" y="1"/>
                        <a:pt x="5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0" name="Google Shape;990;p11"/>
                <p:cNvSpPr/>
                <p:nvPr/>
              </p:nvSpPr>
              <p:spPr>
                <a:xfrm>
                  <a:off x="5031300" y="3802875"/>
                  <a:ext cx="37650" cy="3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" h="1288" extrusionOk="0">
                      <a:moveTo>
                        <a:pt x="854" y="1"/>
                      </a:moveTo>
                      <a:cubicBezTo>
                        <a:pt x="269" y="1"/>
                        <a:pt x="1" y="708"/>
                        <a:pt x="415" y="1098"/>
                      </a:cubicBezTo>
                      <a:cubicBezTo>
                        <a:pt x="547" y="1230"/>
                        <a:pt x="705" y="1287"/>
                        <a:pt x="859" y="1287"/>
                      </a:cubicBezTo>
                      <a:cubicBezTo>
                        <a:pt x="1192" y="1287"/>
                        <a:pt x="1505" y="1018"/>
                        <a:pt x="1488" y="635"/>
                      </a:cubicBezTo>
                      <a:cubicBezTo>
                        <a:pt x="1488" y="269"/>
                        <a:pt x="1196" y="1"/>
                        <a:pt x="8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1" name="Google Shape;991;p11"/>
                <p:cNvSpPr/>
                <p:nvPr/>
              </p:nvSpPr>
              <p:spPr>
                <a:xfrm>
                  <a:off x="5120925" y="4419325"/>
                  <a:ext cx="23025" cy="1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" h="793" extrusionOk="0">
                      <a:moveTo>
                        <a:pt x="513" y="1"/>
                      </a:moveTo>
                      <a:cubicBezTo>
                        <a:pt x="172" y="25"/>
                        <a:pt x="1" y="440"/>
                        <a:pt x="245" y="683"/>
                      </a:cubicBezTo>
                      <a:cubicBezTo>
                        <a:pt x="328" y="759"/>
                        <a:pt x="425" y="792"/>
                        <a:pt x="519" y="792"/>
                      </a:cubicBezTo>
                      <a:cubicBezTo>
                        <a:pt x="728" y="792"/>
                        <a:pt x="920" y="626"/>
                        <a:pt x="903" y="391"/>
                      </a:cubicBezTo>
                      <a:cubicBezTo>
                        <a:pt x="903" y="171"/>
                        <a:pt x="733" y="1"/>
                        <a:pt x="5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2" name="Google Shape;992;p11"/>
                <p:cNvSpPr/>
                <p:nvPr/>
              </p:nvSpPr>
              <p:spPr>
                <a:xfrm>
                  <a:off x="4470950" y="4199175"/>
                  <a:ext cx="40875" cy="3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377" extrusionOk="0">
                      <a:moveTo>
                        <a:pt x="967" y="1"/>
                      </a:moveTo>
                      <a:cubicBezTo>
                        <a:pt x="954" y="1"/>
                        <a:pt x="941" y="1"/>
                        <a:pt x="927" y="2"/>
                      </a:cubicBezTo>
                      <a:cubicBezTo>
                        <a:pt x="293" y="2"/>
                        <a:pt x="0" y="758"/>
                        <a:pt x="464" y="1173"/>
                      </a:cubicBezTo>
                      <a:cubicBezTo>
                        <a:pt x="605" y="1314"/>
                        <a:pt x="777" y="1377"/>
                        <a:pt x="945" y="1377"/>
                      </a:cubicBezTo>
                      <a:cubicBezTo>
                        <a:pt x="1298" y="1377"/>
                        <a:pt x="1635" y="1098"/>
                        <a:pt x="1635" y="685"/>
                      </a:cubicBezTo>
                      <a:cubicBezTo>
                        <a:pt x="1611" y="309"/>
                        <a:pt x="1316" y="1"/>
                        <a:pt x="9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3" name="Google Shape;993;p11"/>
                <p:cNvSpPr/>
                <p:nvPr/>
              </p:nvSpPr>
              <p:spPr>
                <a:xfrm>
                  <a:off x="4312425" y="3064350"/>
                  <a:ext cx="18650" cy="1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" h="595" extrusionOk="0">
                      <a:moveTo>
                        <a:pt x="376" y="0"/>
                      </a:moveTo>
                      <a:cubicBezTo>
                        <a:pt x="357" y="0"/>
                        <a:pt x="337" y="2"/>
                        <a:pt x="317" y="6"/>
                      </a:cubicBezTo>
                      <a:cubicBezTo>
                        <a:pt x="73" y="55"/>
                        <a:pt x="0" y="396"/>
                        <a:pt x="220" y="542"/>
                      </a:cubicBezTo>
                      <a:cubicBezTo>
                        <a:pt x="264" y="578"/>
                        <a:pt x="319" y="594"/>
                        <a:pt x="374" y="594"/>
                      </a:cubicBezTo>
                      <a:cubicBezTo>
                        <a:pt x="468" y="594"/>
                        <a:pt x="564" y="546"/>
                        <a:pt x="610" y="469"/>
                      </a:cubicBezTo>
                      <a:cubicBezTo>
                        <a:pt x="745" y="266"/>
                        <a:pt x="609" y="0"/>
                        <a:pt x="3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4" name="Google Shape;994;p11"/>
                <p:cNvSpPr/>
                <p:nvPr/>
              </p:nvSpPr>
              <p:spPr>
                <a:xfrm>
                  <a:off x="4648375" y="2931250"/>
                  <a:ext cx="26875" cy="2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5" h="952" extrusionOk="0">
                      <a:moveTo>
                        <a:pt x="533" y="1"/>
                      </a:moveTo>
                      <a:cubicBezTo>
                        <a:pt x="249" y="1"/>
                        <a:pt x="0" y="259"/>
                        <a:pt x="74" y="574"/>
                      </a:cubicBezTo>
                      <a:cubicBezTo>
                        <a:pt x="117" y="817"/>
                        <a:pt x="328" y="952"/>
                        <a:pt x="540" y="952"/>
                      </a:cubicBezTo>
                      <a:cubicBezTo>
                        <a:pt x="688" y="952"/>
                        <a:pt x="837" y="885"/>
                        <a:pt x="928" y="745"/>
                      </a:cubicBezTo>
                      <a:cubicBezTo>
                        <a:pt x="1074" y="525"/>
                        <a:pt x="1025" y="232"/>
                        <a:pt x="806" y="86"/>
                      </a:cubicBezTo>
                      <a:cubicBezTo>
                        <a:pt x="717" y="27"/>
                        <a:pt x="623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5" name="Google Shape;995;p11"/>
                <p:cNvSpPr/>
                <p:nvPr/>
              </p:nvSpPr>
              <p:spPr>
                <a:xfrm>
                  <a:off x="4444425" y="3344225"/>
                  <a:ext cx="16175" cy="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" h="576" extrusionOk="0">
                      <a:moveTo>
                        <a:pt x="316" y="1"/>
                      </a:moveTo>
                      <a:cubicBezTo>
                        <a:pt x="155" y="1"/>
                        <a:pt x="1" y="147"/>
                        <a:pt x="37" y="347"/>
                      </a:cubicBezTo>
                      <a:cubicBezTo>
                        <a:pt x="66" y="491"/>
                        <a:pt x="197" y="575"/>
                        <a:pt x="329" y="575"/>
                      </a:cubicBezTo>
                      <a:cubicBezTo>
                        <a:pt x="421" y="575"/>
                        <a:pt x="514" y="535"/>
                        <a:pt x="574" y="445"/>
                      </a:cubicBezTo>
                      <a:cubicBezTo>
                        <a:pt x="647" y="298"/>
                        <a:pt x="622" y="128"/>
                        <a:pt x="476" y="54"/>
                      </a:cubicBezTo>
                      <a:cubicBezTo>
                        <a:pt x="427" y="17"/>
                        <a:pt x="371" y="1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6" name="Google Shape;996;p11"/>
                <p:cNvSpPr/>
                <p:nvPr/>
              </p:nvSpPr>
              <p:spPr>
                <a:xfrm>
                  <a:off x="4136650" y="2936500"/>
                  <a:ext cx="28850" cy="2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4" h="1038" extrusionOk="0">
                      <a:moveTo>
                        <a:pt x="567" y="1"/>
                      </a:moveTo>
                      <a:cubicBezTo>
                        <a:pt x="266" y="1"/>
                        <a:pt x="0" y="282"/>
                        <a:pt x="56" y="632"/>
                      </a:cubicBezTo>
                      <a:cubicBezTo>
                        <a:pt x="113" y="890"/>
                        <a:pt x="338" y="1038"/>
                        <a:pt x="568" y="1038"/>
                      </a:cubicBezTo>
                      <a:cubicBezTo>
                        <a:pt x="731" y="1038"/>
                        <a:pt x="896" y="964"/>
                        <a:pt x="1007" y="803"/>
                      </a:cubicBezTo>
                      <a:cubicBezTo>
                        <a:pt x="1153" y="559"/>
                        <a:pt x="1104" y="242"/>
                        <a:pt x="861" y="96"/>
                      </a:cubicBezTo>
                      <a:cubicBezTo>
                        <a:pt x="765" y="30"/>
                        <a:pt x="664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7" name="Google Shape;997;p11"/>
                <p:cNvSpPr/>
                <p:nvPr/>
              </p:nvSpPr>
              <p:spPr>
                <a:xfrm>
                  <a:off x="6485200" y="3013775"/>
                  <a:ext cx="198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" h="740" extrusionOk="0">
                      <a:moveTo>
                        <a:pt x="376" y="1"/>
                      </a:moveTo>
                      <a:cubicBezTo>
                        <a:pt x="209" y="1"/>
                        <a:pt x="47" y="102"/>
                        <a:pt x="14" y="322"/>
                      </a:cubicBezTo>
                      <a:cubicBezTo>
                        <a:pt x="1" y="590"/>
                        <a:pt x="208" y="740"/>
                        <a:pt x="414" y="740"/>
                      </a:cubicBezTo>
                      <a:cubicBezTo>
                        <a:pt x="583" y="740"/>
                        <a:pt x="751" y="639"/>
                        <a:pt x="795" y="419"/>
                      </a:cubicBezTo>
                      <a:cubicBezTo>
                        <a:pt x="795" y="151"/>
                        <a:pt x="581" y="1"/>
                        <a:pt x="37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8" name="Google Shape;998;p11"/>
                <p:cNvSpPr/>
                <p:nvPr/>
              </p:nvSpPr>
              <p:spPr>
                <a:xfrm>
                  <a:off x="6799425" y="2643625"/>
                  <a:ext cx="37950" cy="3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" h="1282" extrusionOk="0">
                      <a:moveTo>
                        <a:pt x="823" y="0"/>
                      </a:moveTo>
                      <a:cubicBezTo>
                        <a:pt x="311" y="0"/>
                        <a:pt x="0" y="614"/>
                        <a:pt x="347" y="1030"/>
                      </a:cubicBezTo>
                      <a:cubicBezTo>
                        <a:pt x="475" y="1204"/>
                        <a:pt x="658" y="1282"/>
                        <a:pt x="838" y="1282"/>
                      </a:cubicBezTo>
                      <a:cubicBezTo>
                        <a:pt x="1141" y="1282"/>
                        <a:pt x="1439" y="1064"/>
                        <a:pt x="1469" y="713"/>
                      </a:cubicBezTo>
                      <a:cubicBezTo>
                        <a:pt x="1518" y="347"/>
                        <a:pt x="1250" y="30"/>
                        <a:pt x="908" y="6"/>
                      </a:cubicBezTo>
                      <a:cubicBezTo>
                        <a:pt x="879" y="2"/>
                        <a:pt x="851" y="0"/>
                        <a:pt x="8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9" name="Google Shape;999;p11"/>
                <p:cNvSpPr/>
                <p:nvPr/>
              </p:nvSpPr>
              <p:spPr>
                <a:xfrm>
                  <a:off x="6810850" y="3265600"/>
                  <a:ext cx="23500" cy="1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0" h="778" extrusionOk="0">
                      <a:moveTo>
                        <a:pt x="491" y="0"/>
                      </a:moveTo>
                      <a:cubicBezTo>
                        <a:pt x="184" y="0"/>
                        <a:pt x="0" y="363"/>
                        <a:pt x="207" y="638"/>
                      </a:cubicBezTo>
                      <a:cubicBezTo>
                        <a:pt x="286" y="734"/>
                        <a:pt x="392" y="777"/>
                        <a:pt x="499" y="777"/>
                      </a:cubicBezTo>
                      <a:cubicBezTo>
                        <a:pt x="691" y="777"/>
                        <a:pt x="883" y="638"/>
                        <a:pt x="915" y="419"/>
                      </a:cubicBezTo>
                      <a:cubicBezTo>
                        <a:pt x="939" y="199"/>
                        <a:pt x="768" y="29"/>
                        <a:pt x="549" y="4"/>
                      </a:cubicBezTo>
                      <a:cubicBezTo>
                        <a:pt x="529" y="2"/>
                        <a:pt x="510" y="0"/>
                        <a:pt x="4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0" name="Google Shape;1000;p11"/>
                <p:cNvSpPr/>
                <p:nvPr/>
              </p:nvSpPr>
              <p:spPr>
                <a:xfrm>
                  <a:off x="6193325" y="2965575"/>
                  <a:ext cx="4102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1" h="1388" extrusionOk="0">
                      <a:moveTo>
                        <a:pt x="895" y="0"/>
                      </a:moveTo>
                      <a:cubicBezTo>
                        <a:pt x="336" y="0"/>
                        <a:pt x="1" y="663"/>
                        <a:pt x="372" y="1128"/>
                      </a:cubicBezTo>
                      <a:cubicBezTo>
                        <a:pt x="507" y="1307"/>
                        <a:pt x="697" y="1387"/>
                        <a:pt x="887" y="1387"/>
                      </a:cubicBezTo>
                      <a:cubicBezTo>
                        <a:pt x="1216" y="1387"/>
                        <a:pt x="1545" y="1148"/>
                        <a:pt x="1592" y="762"/>
                      </a:cubicBezTo>
                      <a:cubicBezTo>
                        <a:pt x="1641" y="396"/>
                        <a:pt x="1372" y="54"/>
                        <a:pt x="982" y="6"/>
                      </a:cubicBezTo>
                      <a:cubicBezTo>
                        <a:pt x="953" y="2"/>
                        <a:pt x="924" y="0"/>
                        <a:pt x="8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1" name="Google Shape;1001;p11"/>
                <p:cNvSpPr/>
                <p:nvPr/>
              </p:nvSpPr>
              <p:spPr>
                <a:xfrm>
                  <a:off x="2295700" y="2250825"/>
                  <a:ext cx="21650" cy="1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" h="775" extrusionOk="0">
                      <a:moveTo>
                        <a:pt x="408" y="0"/>
                      </a:moveTo>
                      <a:cubicBezTo>
                        <a:pt x="189" y="0"/>
                        <a:pt x="1" y="199"/>
                        <a:pt x="37" y="450"/>
                      </a:cubicBezTo>
                      <a:cubicBezTo>
                        <a:pt x="81" y="658"/>
                        <a:pt x="261" y="775"/>
                        <a:pt x="439" y="775"/>
                      </a:cubicBezTo>
                      <a:cubicBezTo>
                        <a:pt x="553" y="775"/>
                        <a:pt x="667" y="726"/>
                        <a:pt x="744" y="621"/>
                      </a:cubicBezTo>
                      <a:cubicBezTo>
                        <a:pt x="866" y="426"/>
                        <a:pt x="817" y="206"/>
                        <a:pt x="646" y="84"/>
                      </a:cubicBezTo>
                      <a:cubicBezTo>
                        <a:pt x="569" y="26"/>
                        <a:pt x="487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2" name="Google Shape;1002;p11"/>
                <p:cNvSpPr/>
                <p:nvPr/>
              </p:nvSpPr>
              <p:spPr>
                <a:xfrm>
                  <a:off x="1946450" y="1380475"/>
                  <a:ext cx="22150" cy="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780" extrusionOk="0">
                      <a:moveTo>
                        <a:pt x="440" y="0"/>
                      </a:moveTo>
                      <a:cubicBezTo>
                        <a:pt x="209" y="0"/>
                        <a:pt x="1" y="202"/>
                        <a:pt x="56" y="460"/>
                      </a:cubicBezTo>
                      <a:cubicBezTo>
                        <a:pt x="99" y="663"/>
                        <a:pt x="272" y="780"/>
                        <a:pt x="446" y="780"/>
                      </a:cubicBezTo>
                      <a:cubicBezTo>
                        <a:pt x="565" y="780"/>
                        <a:pt x="684" y="725"/>
                        <a:pt x="763" y="606"/>
                      </a:cubicBezTo>
                      <a:cubicBezTo>
                        <a:pt x="885" y="436"/>
                        <a:pt x="836" y="192"/>
                        <a:pt x="666" y="70"/>
                      </a:cubicBezTo>
                      <a:cubicBezTo>
                        <a:pt x="594" y="22"/>
                        <a:pt x="516" y="0"/>
                        <a:pt x="4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3" name="Google Shape;1003;p11"/>
                <p:cNvSpPr/>
                <p:nvPr/>
              </p:nvSpPr>
              <p:spPr>
                <a:xfrm>
                  <a:off x="1878775" y="2067050"/>
                  <a:ext cx="22125" cy="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780" extrusionOk="0">
                      <a:moveTo>
                        <a:pt x="440" y="0"/>
                      </a:moveTo>
                      <a:cubicBezTo>
                        <a:pt x="209" y="0"/>
                        <a:pt x="0" y="202"/>
                        <a:pt x="56" y="460"/>
                      </a:cubicBezTo>
                      <a:cubicBezTo>
                        <a:pt x="85" y="663"/>
                        <a:pt x="251" y="779"/>
                        <a:pt x="428" y="779"/>
                      </a:cubicBezTo>
                      <a:cubicBezTo>
                        <a:pt x="548" y="779"/>
                        <a:pt x="674" y="725"/>
                        <a:pt x="763" y="606"/>
                      </a:cubicBezTo>
                      <a:cubicBezTo>
                        <a:pt x="885" y="435"/>
                        <a:pt x="836" y="191"/>
                        <a:pt x="665" y="70"/>
                      </a:cubicBezTo>
                      <a:cubicBezTo>
                        <a:pt x="593" y="22"/>
                        <a:pt x="516" y="0"/>
                        <a:pt x="4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4" name="Google Shape;1004;p11"/>
                <p:cNvSpPr/>
                <p:nvPr/>
              </p:nvSpPr>
              <p:spPr>
                <a:xfrm>
                  <a:off x="2799950" y="1665825"/>
                  <a:ext cx="21675" cy="1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1" extrusionOk="0">
                      <a:moveTo>
                        <a:pt x="425" y="1"/>
                      </a:moveTo>
                      <a:cubicBezTo>
                        <a:pt x="199" y="1"/>
                        <a:pt x="0" y="203"/>
                        <a:pt x="37" y="460"/>
                      </a:cubicBezTo>
                      <a:cubicBezTo>
                        <a:pt x="80" y="663"/>
                        <a:pt x="253" y="780"/>
                        <a:pt x="427" y="780"/>
                      </a:cubicBezTo>
                      <a:cubicBezTo>
                        <a:pt x="546" y="780"/>
                        <a:pt x="665" y="726"/>
                        <a:pt x="744" y="607"/>
                      </a:cubicBezTo>
                      <a:cubicBezTo>
                        <a:pt x="866" y="436"/>
                        <a:pt x="817" y="192"/>
                        <a:pt x="647" y="70"/>
                      </a:cubicBezTo>
                      <a:cubicBezTo>
                        <a:pt x="575" y="22"/>
                        <a:pt x="499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5" name="Google Shape;1005;p11"/>
                <p:cNvSpPr/>
                <p:nvPr/>
              </p:nvSpPr>
              <p:spPr>
                <a:xfrm>
                  <a:off x="3103775" y="1437450"/>
                  <a:ext cx="22100" cy="1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794" extrusionOk="0">
                      <a:moveTo>
                        <a:pt x="424" y="0"/>
                      </a:moveTo>
                      <a:cubicBezTo>
                        <a:pt x="199" y="0"/>
                        <a:pt x="0" y="204"/>
                        <a:pt x="54" y="474"/>
                      </a:cubicBezTo>
                      <a:cubicBezTo>
                        <a:pt x="83" y="677"/>
                        <a:pt x="250" y="793"/>
                        <a:pt x="427" y="793"/>
                      </a:cubicBezTo>
                      <a:cubicBezTo>
                        <a:pt x="547" y="793"/>
                        <a:pt x="673" y="739"/>
                        <a:pt x="762" y="620"/>
                      </a:cubicBezTo>
                      <a:cubicBezTo>
                        <a:pt x="884" y="449"/>
                        <a:pt x="835" y="205"/>
                        <a:pt x="664" y="83"/>
                      </a:cubicBezTo>
                      <a:cubicBezTo>
                        <a:pt x="587" y="26"/>
                        <a:pt x="504" y="0"/>
                        <a:pt x="4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6" name="Google Shape;1006;p11"/>
                <p:cNvSpPr/>
                <p:nvPr/>
              </p:nvSpPr>
              <p:spPr>
                <a:xfrm>
                  <a:off x="1895850" y="2517025"/>
                  <a:ext cx="30675" cy="2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" h="1100" extrusionOk="0">
                      <a:moveTo>
                        <a:pt x="600" y="0"/>
                      </a:moveTo>
                      <a:cubicBezTo>
                        <a:pt x="281" y="0"/>
                        <a:pt x="0" y="286"/>
                        <a:pt x="55" y="655"/>
                      </a:cubicBezTo>
                      <a:cubicBezTo>
                        <a:pt x="114" y="935"/>
                        <a:pt x="360" y="1100"/>
                        <a:pt x="610" y="1100"/>
                      </a:cubicBezTo>
                      <a:cubicBezTo>
                        <a:pt x="774" y="1100"/>
                        <a:pt x="940" y="1029"/>
                        <a:pt x="1055" y="875"/>
                      </a:cubicBezTo>
                      <a:cubicBezTo>
                        <a:pt x="1226" y="607"/>
                        <a:pt x="1153" y="265"/>
                        <a:pt x="909" y="94"/>
                      </a:cubicBezTo>
                      <a:cubicBezTo>
                        <a:pt x="809" y="29"/>
                        <a:pt x="702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7" name="Google Shape;1007;p11"/>
                <p:cNvSpPr/>
                <p:nvPr/>
              </p:nvSpPr>
              <p:spPr>
                <a:xfrm>
                  <a:off x="2231350" y="1620100"/>
                  <a:ext cx="30525" cy="2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107" extrusionOk="0">
                      <a:moveTo>
                        <a:pt x="616" y="0"/>
                      </a:moveTo>
                      <a:cubicBezTo>
                        <a:pt x="290" y="0"/>
                        <a:pt x="0" y="286"/>
                        <a:pt x="74" y="655"/>
                      </a:cubicBezTo>
                      <a:cubicBezTo>
                        <a:pt x="118" y="946"/>
                        <a:pt x="360" y="1107"/>
                        <a:pt x="606" y="1107"/>
                      </a:cubicBezTo>
                      <a:cubicBezTo>
                        <a:pt x="773" y="1107"/>
                        <a:pt x="941" y="1033"/>
                        <a:pt x="1050" y="875"/>
                      </a:cubicBezTo>
                      <a:cubicBezTo>
                        <a:pt x="1220" y="631"/>
                        <a:pt x="1172" y="289"/>
                        <a:pt x="928" y="94"/>
                      </a:cubicBezTo>
                      <a:cubicBezTo>
                        <a:pt x="827" y="29"/>
                        <a:pt x="720" y="0"/>
                        <a:pt x="61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8" name="Google Shape;1008;p11"/>
                <p:cNvSpPr/>
                <p:nvPr/>
              </p:nvSpPr>
              <p:spPr>
                <a:xfrm>
                  <a:off x="5897225" y="4147525"/>
                  <a:ext cx="24325" cy="1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772" extrusionOk="0">
                      <a:moveTo>
                        <a:pt x="515" y="0"/>
                      </a:moveTo>
                      <a:cubicBezTo>
                        <a:pt x="391" y="0"/>
                        <a:pt x="268" y="59"/>
                        <a:pt x="192" y="165"/>
                      </a:cubicBezTo>
                      <a:cubicBezTo>
                        <a:pt x="0" y="462"/>
                        <a:pt x="258" y="771"/>
                        <a:pt x="536" y="771"/>
                      </a:cubicBezTo>
                      <a:cubicBezTo>
                        <a:pt x="647" y="771"/>
                        <a:pt x="760" y="722"/>
                        <a:pt x="851" y="605"/>
                      </a:cubicBezTo>
                      <a:cubicBezTo>
                        <a:pt x="973" y="434"/>
                        <a:pt x="924" y="190"/>
                        <a:pt x="729" y="68"/>
                      </a:cubicBezTo>
                      <a:cubicBezTo>
                        <a:pt x="664" y="22"/>
                        <a:pt x="589" y="0"/>
                        <a:pt x="5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9" name="Google Shape;1009;p11"/>
                <p:cNvSpPr/>
                <p:nvPr/>
              </p:nvSpPr>
              <p:spPr>
                <a:xfrm>
                  <a:off x="5550500" y="3277375"/>
                  <a:ext cx="21675" cy="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0" extrusionOk="0">
                      <a:moveTo>
                        <a:pt x="425" y="1"/>
                      </a:moveTo>
                      <a:cubicBezTo>
                        <a:pt x="199" y="1"/>
                        <a:pt x="0" y="203"/>
                        <a:pt x="37" y="460"/>
                      </a:cubicBezTo>
                      <a:cubicBezTo>
                        <a:pt x="81" y="663"/>
                        <a:pt x="253" y="780"/>
                        <a:pt x="427" y="780"/>
                      </a:cubicBezTo>
                      <a:cubicBezTo>
                        <a:pt x="546" y="780"/>
                        <a:pt x="665" y="725"/>
                        <a:pt x="744" y="607"/>
                      </a:cubicBezTo>
                      <a:cubicBezTo>
                        <a:pt x="866" y="436"/>
                        <a:pt x="818" y="192"/>
                        <a:pt x="647" y="70"/>
                      </a:cubicBezTo>
                      <a:cubicBezTo>
                        <a:pt x="575" y="22"/>
                        <a:pt x="499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0" name="Google Shape;1010;p11"/>
                <p:cNvSpPr/>
                <p:nvPr/>
              </p:nvSpPr>
              <p:spPr>
                <a:xfrm>
                  <a:off x="5482825" y="3963325"/>
                  <a:ext cx="21675" cy="1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1" extrusionOk="0">
                      <a:moveTo>
                        <a:pt x="425" y="1"/>
                      </a:moveTo>
                      <a:cubicBezTo>
                        <a:pt x="199" y="1"/>
                        <a:pt x="0" y="203"/>
                        <a:pt x="37" y="460"/>
                      </a:cubicBezTo>
                      <a:cubicBezTo>
                        <a:pt x="80" y="663"/>
                        <a:pt x="253" y="780"/>
                        <a:pt x="427" y="780"/>
                      </a:cubicBezTo>
                      <a:cubicBezTo>
                        <a:pt x="546" y="780"/>
                        <a:pt x="665" y="726"/>
                        <a:pt x="744" y="607"/>
                      </a:cubicBezTo>
                      <a:cubicBezTo>
                        <a:pt x="866" y="436"/>
                        <a:pt x="817" y="192"/>
                        <a:pt x="647" y="70"/>
                      </a:cubicBezTo>
                      <a:cubicBezTo>
                        <a:pt x="575" y="22"/>
                        <a:pt x="498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1" name="Google Shape;1011;p11"/>
                <p:cNvSpPr/>
                <p:nvPr/>
              </p:nvSpPr>
              <p:spPr>
                <a:xfrm>
                  <a:off x="6403525" y="3562125"/>
                  <a:ext cx="21675" cy="1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6" extrusionOk="0">
                      <a:moveTo>
                        <a:pt x="436" y="1"/>
                      </a:moveTo>
                      <a:cubicBezTo>
                        <a:pt x="213" y="1"/>
                        <a:pt x="0" y="203"/>
                        <a:pt x="37" y="460"/>
                      </a:cubicBezTo>
                      <a:cubicBezTo>
                        <a:pt x="82" y="668"/>
                        <a:pt x="261" y="785"/>
                        <a:pt x="439" y="785"/>
                      </a:cubicBezTo>
                      <a:cubicBezTo>
                        <a:pt x="554" y="785"/>
                        <a:pt x="668" y="736"/>
                        <a:pt x="745" y="631"/>
                      </a:cubicBezTo>
                      <a:cubicBezTo>
                        <a:pt x="867" y="436"/>
                        <a:pt x="842" y="192"/>
                        <a:pt x="647" y="70"/>
                      </a:cubicBezTo>
                      <a:cubicBezTo>
                        <a:pt x="581" y="22"/>
                        <a:pt x="508" y="1"/>
                        <a:pt x="4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2" name="Google Shape;1012;p11"/>
                <p:cNvSpPr/>
                <p:nvPr/>
              </p:nvSpPr>
              <p:spPr>
                <a:xfrm>
                  <a:off x="6707325" y="3334075"/>
                  <a:ext cx="22125" cy="1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781" extrusionOk="0">
                      <a:moveTo>
                        <a:pt x="440" y="1"/>
                      </a:moveTo>
                      <a:cubicBezTo>
                        <a:pt x="209" y="1"/>
                        <a:pt x="1" y="203"/>
                        <a:pt x="56" y="460"/>
                      </a:cubicBezTo>
                      <a:cubicBezTo>
                        <a:pt x="85" y="663"/>
                        <a:pt x="260" y="780"/>
                        <a:pt x="439" y="780"/>
                      </a:cubicBezTo>
                      <a:cubicBezTo>
                        <a:pt x="560" y="780"/>
                        <a:pt x="684" y="726"/>
                        <a:pt x="763" y="607"/>
                      </a:cubicBezTo>
                      <a:cubicBezTo>
                        <a:pt x="885" y="436"/>
                        <a:pt x="836" y="192"/>
                        <a:pt x="666" y="70"/>
                      </a:cubicBezTo>
                      <a:cubicBezTo>
                        <a:pt x="594" y="22"/>
                        <a:pt x="516" y="1"/>
                        <a:pt x="4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3" name="Google Shape;1013;p11"/>
                <p:cNvSpPr/>
                <p:nvPr/>
              </p:nvSpPr>
              <p:spPr>
                <a:xfrm>
                  <a:off x="5499450" y="4413575"/>
                  <a:ext cx="30650" cy="2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6" h="1107" extrusionOk="0">
                      <a:moveTo>
                        <a:pt x="593" y="0"/>
                      </a:moveTo>
                      <a:cubicBezTo>
                        <a:pt x="283" y="0"/>
                        <a:pt x="0" y="282"/>
                        <a:pt x="55" y="645"/>
                      </a:cubicBezTo>
                      <a:cubicBezTo>
                        <a:pt x="113" y="937"/>
                        <a:pt x="364" y="1107"/>
                        <a:pt x="614" y="1107"/>
                      </a:cubicBezTo>
                      <a:cubicBezTo>
                        <a:pt x="781" y="1107"/>
                        <a:pt x="947" y="1031"/>
                        <a:pt x="1055" y="865"/>
                      </a:cubicBezTo>
                      <a:cubicBezTo>
                        <a:pt x="1225" y="621"/>
                        <a:pt x="1177" y="279"/>
                        <a:pt x="908" y="109"/>
                      </a:cubicBezTo>
                      <a:cubicBezTo>
                        <a:pt x="808" y="34"/>
                        <a:pt x="699" y="0"/>
                        <a:pt x="5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4" name="Google Shape;1014;p11"/>
                <p:cNvSpPr/>
                <p:nvPr/>
              </p:nvSpPr>
              <p:spPr>
                <a:xfrm>
                  <a:off x="5834925" y="3516975"/>
                  <a:ext cx="30525" cy="2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094" extrusionOk="0">
                      <a:moveTo>
                        <a:pt x="614" y="1"/>
                      </a:moveTo>
                      <a:cubicBezTo>
                        <a:pt x="290" y="1"/>
                        <a:pt x="1" y="282"/>
                        <a:pt x="74" y="632"/>
                      </a:cubicBezTo>
                      <a:cubicBezTo>
                        <a:pt x="118" y="924"/>
                        <a:pt x="363" y="1094"/>
                        <a:pt x="611" y="1094"/>
                      </a:cubicBezTo>
                      <a:cubicBezTo>
                        <a:pt x="776" y="1094"/>
                        <a:pt x="942" y="1018"/>
                        <a:pt x="1050" y="852"/>
                      </a:cubicBezTo>
                      <a:cubicBezTo>
                        <a:pt x="1221" y="608"/>
                        <a:pt x="1172" y="266"/>
                        <a:pt x="928" y="95"/>
                      </a:cubicBezTo>
                      <a:cubicBezTo>
                        <a:pt x="827" y="30"/>
                        <a:pt x="719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5" name="Google Shape;1015;p11"/>
                <p:cNvSpPr/>
                <p:nvPr/>
              </p:nvSpPr>
              <p:spPr>
                <a:xfrm>
                  <a:off x="1868575" y="623825"/>
                  <a:ext cx="22575" cy="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" h="777" extrusionOk="0">
                      <a:moveTo>
                        <a:pt x="458" y="1"/>
                      </a:moveTo>
                      <a:cubicBezTo>
                        <a:pt x="336" y="1"/>
                        <a:pt x="222" y="60"/>
                        <a:pt x="146" y="166"/>
                      </a:cubicBezTo>
                      <a:cubicBezTo>
                        <a:pt x="0" y="337"/>
                        <a:pt x="49" y="580"/>
                        <a:pt x="244" y="702"/>
                      </a:cubicBezTo>
                      <a:cubicBezTo>
                        <a:pt x="313" y="752"/>
                        <a:pt x="394" y="777"/>
                        <a:pt x="473" y="777"/>
                      </a:cubicBezTo>
                      <a:cubicBezTo>
                        <a:pt x="592" y="777"/>
                        <a:pt x="708" y="721"/>
                        <a:pt x="781" y="605"/>
                      </a:cubicBezTo>
                      <a:cubicBezTo>
                        <a:pt x="903" y="434"/>
                        <a:pt x="854" y="190"/>
                        <a:pt x="683" y="68"/>
                      </a:cubicBezTo>
                      <a:cubicBezTo>
                        <a:pt x="609" y="22"/>
                        <a:pt x="532" y="1"/>
                        <a:pt x="4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6" name="Google Shape;1016;p11"/>
                <p:cNvSpPr/>
                <p:nvPr/>
              </p:nvSpPr>
              <p:spPr>
                <a:xfrm>
                  <a:off x="2635025" y="720775"/>
                  <a:ext cx="21975" cy="1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" h="795" extrusionOk="0">
                      <a:moveTo>
                        <a:pt x="444" y="0"/>
                      </a:moveTo>
                      <a:cubicBezTo>
                        <a:pt x="321" y="0"/>
                        <a:pt x="198" y="60"/>
                        <a:pt x="122" y="166"/>
                      </a:cubicBezTo>
                      <a:cubicBezTo>
                        <a:pt x="0" y="361"/>
                        <a:pt x="49" y="605"/>
                        <a:pt x="220" y="727"/>
                      </a:cubicBezTo>
                      <a:cubicBezTo>
                        <a:pt x="284" y="773"/>
                        <a:pt x="359" y="794"/>
                        <a:pt x="434" y="794"/>
                      </a:cubicBezTo>
                      <a:cubicBezTo>
                        <a:pt x="557" y="794"/>
                        <a:pt x="680" y="735"/>
                        <a:pt x="756" y="629"/>
                      </a:cubicBezTo>
                      <a:cubicBezTo>
                        <a:pt x="878" y="434"/>
                        <a:pt x="854" y="190"/>
                        <a:pt x="659" y="68"/>
                      </a:cubicBezTo>
                      <a:cubicBezTo>
                        <a:pt x="594" y="22"/>
                        <a:pt x="519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7" name="Google Shape;1017;p11"/>
                <p:cNvSpPr/>
                <p:nvPr/>
              </p:nvSpPr>
              <p:spPr>
                <a:xfrm>
                  <a:off x="1681225" y="1217425"/>
                  <a:ext cx="22125" cy="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790" extrusionOk="0">
                      <a:moveTo>
                        <a:pt x="434" y="0"/>
                      </a:moveTo>
                      <a:cubicBezTo>
                        <a:pt x="205" y="0"/>
                        <a:pt x="1" y="215"/>
                        <a:pt x="55" y="470"/>
                      </a:cubicBezTo>
                      <a:cubicBezTo>
                        <a:pt x="84" y="673"/>
                        <a:pt x="251" y="790"/>
                        <a:pt x="428" y="790"/>
                      </a:cubicBezTo>
                      <a:cubicBezTo>
                        <a:pt x="548" y="790"/>
                        <a:pt x="673" y="735"/>
                        <a:pt x="763" y="616"/>
                      </a:cubicBezTo>
                      <a:cubicBezTo>
                        <a:pt x="885" y="446"/>
                        <a:pt x="836" y="202"/>
                        <a:pt x="665" y="80"/>
                      </a:cubicBezTo>
                      <a:cubicBezTo>
                        <a:pt x="591" y="24"/>
                        <a:pt x="511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8" name="Google Shape;1018;p11"/>
                <p:cNvSpPr/>
                <p:nvPr/>
              </p:nvSpPr>
              <p:spPr>
                <a:xfrm>
                  <a:off x="2450550" y="1244500"/>
                  <a:ext cx="21675" cy="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" h="780" extrusionOk="0">
                      <a:moveTo>
                        <a:pt x="426" y="1"/>
                      </a:moveTo>
                      <a:cubicBezTo>
                        <a:pt x="200" y="1"/>
                        <a:pt x="1" y="203"/>
                        <a:pt x="38" y="460"/>
                      </a:cubicBezTo>
                      <a:cubicBezTo>
                        <a:pt x="81" y="663"/>
                        <a:pt x="254" y="780"/>
                        <a:pt x="428" y="780"/>
                      </a:cubicBezTo>
                      <a:cubicBezTo>
                        <a:pt x="546" y="780"/>
                        <a:pt x="666" y="725"/>
                        <a:pt x="745" y="606"/>
                      </a:cubicBezTo>
                      <a:cubicBezTo>
                        <a:pt x="867" y="436"/>
                        <a:pt x="818" y="192"/>
                        <a:pt x="647" y="70"/>
                      </a:cubicBezTo>
                      <a:cubicBezTo>
                        <a:pt x="576" y="22"/>
                        <a:pt x="499" y="1"/>
                        <a:pt x="42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19" name="Google Shape;1019;p11"/>
                <p:cNvSpPr/>
                <p:nvPr/>
              </p:nvSpPr>
              <p:spPr>
                <a:xfrm>
                  <a:off x="2217325" y="1021675"/>
                  <a:ext cx="31125" cy="2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" h="1104" extrusionOk="0">
                      <a:moveTo>
                        <a:pt x="608" y="0"/>
                      </a:moveTo>
                      <a:cubicBezTo>
                        <a:pt x="286" y="0"/>
                        <a:pt x="1" y="293"/>
                        <a:pt x="74" y="642"/>
                      </a:cubicBezTo>
                      <a:cubicBezTo>
                        <a:pt x="118" y="934"/>
                        <a:pt x="363" y="1104"/>
                        <a:pt x="610" y="1104"/>
                      </a:cubicBezTo>
                      <a:cubicBezTo>
                        <a:pt x="776" y="1104"/>
                        <a:pt x="942" y="1027"/>
                        <a:pt x="1050" y="861"/>
                      </a:cubicBezTo>
                      <a:cubicBezTo>
                        <a:pt x="1245" y="617"/>
                        <a:pt x="1172" y="276"/>
                        <a:pt x="928" y="105"/>
                      </a:cubicBezTo>
                      <a:cubicBezTo>
                        <a:pt x="825" y="32"/>
                        <a:pt x="714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0" name="Google Shape;1020;p11"/>
                <p:cNvSpPr/>
                <p:nvPr/>
              </p:nvSpPr>
              <p:spPr>
                <a:xfrm>
                  <a:off x="2310025" y="265275"/>
                  <a:ext cx="31125" cy="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" h="1096" extrusionOk="0">
                      <a:moveTo>
                        <a:pt x="629" y="1"/>
                      </a:moveTo>
                      <a:cubicBezTo>
                        <a:pt x="454" y="1"/>
                        <a:pt x="278" y="86"/>
                        <a:pt x="171" y="240"/>
                      </a:cubicBezTo>
                      <a:cubicBezTo>
                        <a:pt x="0" y="484"/>
                        <a:pt x="49" y="825"/>
                        <a:pt x="293" y="996"/>
                      </a:cubicBezTo>
                      <a:cubicBezTo>
                        <a:pt x="388" y="1062"/>
                        <a:pt x="497" y="1096"/>
                        <a:pt x="607" y="1096"/>
                      </a:cubicBezTo>
                      <a:cubicBezTo>
                        <a:pt x="780" y="1096"/>
                        <a:pt x="954" y="1014"/>
                        <a:pt x="1073" y="850"/>
                      </a:cubicBezTo>
                      <a:cubicBezTo>
                        <a:pt x="1244" y="606"/>
                        <a:pt x="1171" y="264"/>
                        <a:pt x="927" y="94"/>
                      </a:cubicBezTo>
                      <a:cubicBezTo>
                        <a:pt x="837" y="30"/>
                        <a:pt x="733" y="1"/>
                        <a:pt x="62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1" name="Google Shape;1021;p11"/>
                <p:cNvSpPr/>
                <p:nvPr/>
              </p:nvSpPr>
              <p:spPr>
                <a:xfrm>
                  <a:off x="5486775" y="3080100"/>
                  <a:ext cx="2625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791" extrusionOk="0">
                      <a:moveTo>
                        <a:pt x="528" y="1"/>
                      </a:moveTo>
                      <a:cubicBezTo>
                        <a:pt x="423" y="1"/>
                        <a:pt x="321" y="43"/>
                        <a:pt x="245" y="132"/>
                      </a:cubicBezTo>
                      <a:cubicBezTo>
                        <a:pt x="1" y="376"/>
                        <a:pt x="196" y="790"/>
                        <a:pt x="537" y="790"/>
                      </a:cubicBezTo>
                      <a:cubicBezTo>
                        <a:pt x="879" y="766"/>
                        <a:pt x="1050" y="351"/>
                        <a:pt x="806" y="107"/>
                      </a:cubicBezTo>
                      <a:cubicBezTo>
                        <a:pt x="724" y="37"/>
                        <a:pt x="625" y="1"/>
                        <a:pt x="5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2" name="Google Shape;1022;p11"/>
                <p:cNvSpPr/>
                <p:nvPr/>
              </p:nvSpPr>
              <p:spPr>
                <a:xfrm>
                  <a:off x="5696525" y="2336750"/>
                  <a:ext cx="26250" cy="1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770" extrusionOk="0">
                      <a:moveTo>
                        <a:pt x="516" y="1"/>
                      </a:moveTo>
                      <a:cubicBezTo>
                        <a:pt x="415" y="1"/>
                        <a:pt x="318" y="37"/>
                        <a:pt x="245" y="111"/>
                      </a:cubicBezTo>
                      <a:cubicBezTo>
                        <a:pt x="1" y="354"/>
                        <a:pt x="172" y="769"/>
                        <a:pt x="513" y="769"/>
                      </a:cubicBezTo>
                      <a:cubicBezTo>
                        <a:pt x="854" y="769"/>
                        <a:pt x="1050" y="354"/>
                        <a:pt x="806" y="111"/>
                      </a:cubicBezTo>
                      <a:cubicBezTo>
                        <a:pt x="720" y="37"/>
                        <a:pt x="617" y="1"/>
                        <a:pt x="51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3" name="Google Shape;1023;p11"/>
                <p:cNvSpPr/>
                <p:nvPr/>
              </p:nvSpPr>
              <p:spPr>
                <a:xfrm>
                  <a:off x="6045925" y="3353875"/>
                  <a:ext cx="26225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791" extrusionOk="0">
                      <a:moveTo>
                        <a:pt x="527" y="1"/>
                      </a:moveTo>
                      <a:cubicBezTo>
                        <a:pt x="422" y="1"/>
                        <a:pt x="320" y="43"/>
                        <a:pt x="244" y="132"/>
                      </a:cubicBezTo>
                      <a:cubicBezTo>
                        <a:pt x="0" y="376"/>
                        <a:pt x="195" y="790"/>
                        <a:pt x="537" y="790"/>
                      </a:cubicBezTo>
                      <a:cubicBezTo>
                        <a:pt x="903" y="766"/>
                        <a:pt x="1049" y="351"/>
                        <a:pt x="805" y="107"/>
                      </a:cubicBezTo>
                      <a:cubicBezTo>
                        <a:pt x="723" y="37"/>
                        <a:pt x="624" y="1"/>
                        <a:pt x="5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4" name="Google Shape;1024;p11"/>
                <p:cNvSpPr/>
                <p:nvPr/>
              </p:nvSpPr>
              <p:spPr>
                <a:xfrm>
                  <a:off x="6186775" y="2597200"/>
                  <a:ext cx="26225" cy="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790" extrusionOk="0">
                      <a:moveTo>
                        <a:pt x="527" y="0"/>
                      </a:moveTo>
                      <a:cubicBezTo>
                        <a:pt x="422" y="0"/>
                        <a:pt x="320" y="43"/>
                        <a:pt x="244" y="131"/>
                      </a:cubicBezTo>
                      <a:cubicBezTo>
                        <a:pt x="0" y="375"/>
                        <a:pt x="195" y="790"/>
                        <a:pt x="537" y="790"/>
                      </a:cubicBezTo>
                      <a:cubicBezTo>
                        <a:pt x="878" y="765"/>
                        <a:pt x="1049" y="351"/>
                        <a:pt x="805" y="107"/>
                      </a:cubicBezTo>
                      <a:cubicBezTo>
                        <a:pt x="723" y="37"/>
                        <a:pt x="624" y="0"/>
                        <a:pt x="5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5" name="Google Shape;1025;p11"/>
                <p:cNvSpPr/>
                <p:nvPr/>
              </p:nvSpPr>
              <p:spPr>
                <a:xfrm>
                  <a:off x="5930050" y="2786600"/>
                  <a:ext cx="39275" cy="2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" h="1124" extrusionOk="0">
                      <a:moveTo>
                        <a:pt x="793" y="1"/>
                      </a:moveTo>
                      <a:cubicBezTo>
                        <a:pt x="360" y="1"/>
                        <a:pt x="0" y="573"/>
                        <a:pt x="416" y="970"/>
                      </a:cubicBezTo>
                      <a:cubicBezTo>
                        <a:pt x="535" y="1078"/>
                        <a:pt x="664" y="1124"/>
                        <a:pt x="787" y="1124"/>
                      </a:cubicBezTo>
                      <a:cubicBezTo>
                        <a:pt x="1216" y="1124"/>
                        <a:pt x="1570" y="563"/>
                        <a:pt x="1172" y="165"/>
                      </a:cubicBezTo>
                      <a:cubicBezTo>
                        <a:pt x="1051" y="49"/>
                        <a:pt x="919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6" name="Google Shape;1026;p11"/>
                <p:cNvSpPr/>
                <p:nvPr/>
              </p:nvSpPr>
              <p:spPr>
                <a:xfrm>
                  <a:off x="5197325" y="2582850"/>
                  <a:ext cx="36425" cy="2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" h="1097" extrusionOk="0">
                      <a:moveTo>
                        <a:pt x="713" y="1"/>
                      </a:moveTo>
                      <a:cubicBezTo>
                        <a:pt x="569" y="1"/>
                        <a:pt x="424" y="56"/>
                        <a:pt x="311" y="169"/>
                      </a:cubicBezTo>
                      <a:cubicBezTo>
                        <a:pt x="0" y="527"/>
                        <a:pt x="228" y="1096"/>
                        <a:pt x="696" y="1096"/>
                      </a:cubicBezTo>
                      <a:cubicBezTo>
                        <a:pt x="706" y="1096"/>
                        <a:pt x="715" y="1096"/>
                        <a:pt x="725" y="1096"/>
                      </a:cubicBezTo>
                      <a:cubicBezTo>
                        <a:pt x="1238" y="1096"/>
                        <a:pt x="1457" y="486"/>
                        <a:pt x="1091" y="144"/>
                      </a:cubicBezTo>
                      <a:cubicBezTo>
                        <a:pt x="985" y="50"/>
                        <a:pt x="849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7" name="Google Shape;1027;p11"/>
                <p:cNvSpPr/>
                <p:nvPr/>
              </p:nvSpPr>
              <p:spPr>
                <a:xfrm>
                  <a:off x="5949575" y="2607175"/>
                  <a:ext cx="250625" cy="19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5" h="7733" fill="none" extrusionOk="0">
                      <a:moveTo>
                        <a:pt x="1" y="7732"/>
                      </a:moveTo>
                      <a:lnTo>
                        <a:pt x="10025" y="1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8" name="Google Shape;1028;p11"/>
                <p:cNvSpPr/>
                <p:nvPr/>
              </p:nvSpPr>
              <p:spPr>
                <a:xfrm>
                  <a:off x="919200" y="1751625"/>
                  <a:ext cx="21975" cy="1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" h="783" extrusionOk="0">
                      <a:moveTo>
                        <a:pt x="446" y="1"/>
                      </a:moveTo>
                      <a:cubicBezTo>
                        <a:pt x="330" y="1"/>
                        <a:pt x="218" y="51"/>
                        <a:pt x="147" y="150"/>
                      </a:cubicBezTo>
                      <a:cubicBezTo>
                        <a:pt x="0" y="321"/>
                        <a:pt x="49" y="565"/>
                        <a:pt x="195" y="687"/>
                      </a:cubicBezTo>
                      <a:cubicBezTo>
                        <a:pt x="271" y="752"/>
                        <a:pt x="361" y="783"/>
                        <a:pt x="450" y="783"/>
                      </a:cubicBezTo>
                      <a:cubicBezTo>
                        <a:pt x="563" y="783"/>
                        <a:pt x="675" y="733"/>
                        <a:pt x="756" y="638"/>
                      </a:cubicBezTo>
                      <a:cubicBezTo>
                        <a:pt x="878" y="467"/>
                        <a:pt x="854" y="223"/>
                        <a:pt x="683" y="77"/>
                      </a:cubicBezTo>
                      <a:cubicBezTo>
                        <a:pt x="612" y="26"/>
                        <a:pt x="528" y="1"/>
                        <a:pt x="4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29" name="Google Shape;1029;p11"/>
                <p:cNvSpPr/>
                <p:nvPr/>
              </p:nvSpPr>
              <p:spPr>
                <a:xfrm>
                  <a:off x="1679250" y="1892300"/>
                  <a:ext cx="21650" cy="1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" h="792" extrusionOk="0">
                      <a:moveTo>
                        <a:pt x="428" y="0"/>
                      </a:moveTo>
                      <a:cubicBezTo>
                        <a:pt x="202" y="0"/>
                        <a:pt x="1" y="199"/>
                        <a:pt x="37" y="450"/>
                      </a:cubicBezTo>
                      <a:cubicBezTo>
                        <a:pt x="52" y="664"/>
                        <a:pt x="229" y="791"/>
                        <a:pt x="414" y="791"/>
                      </a:cubicBezTo>
                      <a:cubicBezTo>
                        <a:pt x="524" y="791"/>
                        <a:pt x="637" y="745"/>
                        <a:pt x="720" y="645"/>
                      </a:cubicBezTo>
                      <a:cubicBezTo>
                        <a:pt x="866" y="474"/>
                        <a:pt x="817" y="230"/>
                        <a:pt x="671" y="84"/>
                      </a:cubicBezTo>
                      <a:cubicBezTo>
                        <a:pt x="593" y="26"/>
                        <a:pt x="509" y="0"/>
                        <a:pt x="42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0" name="Google Shape;1030;p11"/>
                <p:cNvSpPr/>
                <p:nvPr/>
              </p:nvSpPr>
              <p:spPr>
                <a:xfrm>
                  <a:off x="697850" y="2333450"/>
                  <a:ext cx="21975" cy="1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" h="783" extrusionOk="0">
                      <a:moveTo>
                        <a:pt x="429" y="0"/>
                      </a:moveTo>
                      <a:cubicBezTo>
                        <a:pt x="316" y="0"/>
                        <a:pt x="204" y="50"/>
                        <a:pt x="123" y="145"/>
                      </a:cubicBezTo>
                      <a:cubicBezTo>
                        <a:pt x="1" y="316"/>
                        <a:pt x="25" y="560"/>
                        <a:pt x="196" y="706"/>
                      </a:cubicBezTo>
                      <a:cubicBezTo>
                        <a:pt x="267" y="757"/>
                        <a:pt x="351" y="782"/>
                        <a:pt x="433" y="782"/>
                      </a:cubicBezTo>
                      <a:cubicBezTo>
                        <a:pt x="549" y="782"/>
                        <a:pt x="661" y="732"/>
                        <a:pt x="733" y="633"/>
                      </a:cubicBezTo>
                      <a:cubicBezTo>
                        <a:pt x="879" y="462"/>
                        <a:pt x="854" y="218"/>
                        <a:pt x="684" y="96"/>
                      </a:cubicBezTo>
                      <a:cubicBezTo>
                        <a:pt x="608" y="31"/>
                        <a:pt x="518" y="0"/>
                        <a:pt x="4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1" name="Google Shape;1031;p11"/>
                <p:cNvSpPr/>
                <p:nvPr/>
              </p:nvSpPr>
              <p:spPr>
                <a:xfrm>
                  <a:off x="1461500" y="2405325"/>
                  <a:ext cx="26300" cy="1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745" extrusionOk="0">
                      <a:moveTo>
                        <a:pt x="525" y="1"/>
                      </a:moveTo>
                      <a:cubicBezTo>
                        <a:pt x="433" y="1"/>
                        <a:pt x="339" y="37"/>
                        <a:pt x="259" y="124"/>
                      </a:cubicBezTo>
                      <a:cubicBezTo>
                        <a:pt x="0" y="364"/>
                        <a:pt x="358" y="744"/>
                        <a:pt x="642" y="744"/>
                      </a:cubicBezTo>
                      <a:cubicBezTo>
                        <a:pt x="733" y="744"/>
                        <a:pt x="816" y="706"/>
                        <a:pt x="869" y="611"/>
                      </a:cubicBezTo>
                      <a:cubicBezTo>
                        <a:pt x="1051" y="320"/>
                        <a:pt x="797" y="1"/>
                        <a:pt x="5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2" name="Google Shape;1032;p11"/>
                <p:cNvSpPr/>
                <p:nvPr/>
              </p:nvSpPr>
              <p:spPr>
                <a:xfrm>
                  <a:off x="1244675" y="2169000"/>
                  <a:ext cx="30025" cy="2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" h="1103" extrusionOk="0">
                      <a:moveTo>
                        <a:pt x="601" y="1"/>
                      </a:moveTo>
                      <a:cubicBezTo>
                        <a:pt x="289" y="1"/>
                        <a:pt x="0" y="267"/>
                        <a:pt x="54" y="626"/>
                      </a:cubicBezTo>
                      <a:cubicBezTo>
                        <a:pt x="85" y="917"/>
                        <a:pt x="338" y="1103"/>
                        <a:pt x="600" y="1103"/>
                      </a:cubicBezTo>
                      <a:cubicBezTo>
                        <a:pt x="755" y="1103"/>
                        <a:pt x="912" y="1038"/>
                        <a:pt x="1030" y="894"/>
                      </a:cubicBezTo>
                      <a:cubicBezTo>
                        <a:pt x="1201" y="650"/>
                        <a:pt x="1176" y="308"/>
                        <a:pt x="932" y="113"/>
                      </a:cubicBezTo>
                      <a:cubicBezTo>
                        <a:pt x="829" y="36"/>
                        <a:pt x="713" y="1"/>
                        <a:pt x="6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3" name="Google Shape;1033;p11"/>
                <p:cNvSpPr/>
                <p:nvPr/>
              </p:nvSpPr>
              <p:spPr>
                <a:xfrm>
                  <a:off x="1381100" y="1419025"/>
                  <a:ext cx="30175" cy="2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" h="1103" extrusionOk="0">
                      <a:moveTo>
                        <a:pt x="606" y="1"/>
                      </a:moveTo>
                      <a:cubicBezTo>
                        <a:pt x="294" y="1"/>
                        <a:pt x="0" y="267"/>
                        <a:pt x="36" y="625"/>
                      </a:cubicBezTo>
                      <a:cubicBezTo>
                        <a:pt x="82" y="917"/>
                        <a:pt x="341" y="1102"/>
                        <a:pt x="605" y="1102"/>
                      </a:cubicBezTo>
                      <a:cubicBezTo>
                        <a:pt x="761" y="1102"/>
                        <a:pt x="919" y="1038"/>
                        <a:pt x="1036" y="894"/>
                      </a:cubicBezTo>
                      <a:cubicBezTo>
                        <a:pt x="1207" y="650"/>
                        <a:pt x="1158" y="308"/>
                        <a:pt x="939" y="113"/>
                      </a:cubicBezTo>
                      <a:cubicBezTo>
                        <a:pt x="835" y="35"/>
                        <a:pt x="719" y="1"/>
                        <a:pt x="6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4" name="Google Shape;1034;p11"/>
                <p:cNvSpPr/>
                <p:nvPr/>
              </p:nvSpPr>
              <p:spPr>
                <a:xfrm>
                  <a:off x="6008725" y="43723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83" y="1"/>
                      </a:moveTo>
                      <a:cubicBezTo>
                        <a:pt x="220" y="1"/>
                        <a:pt x="0" y="537"/>
                        <a:pt x="317" y="854"/>
                      </a:cubicBezTo>
                      <a:cubicBezTo>
                        <a:pt x="420" y="957"/>
                        <a:pt x="546" y="1003"/>
                        <a:pt x="669" y="1003"/>
                      </a:cubicBezTo>
                      <a:cubicBezTo>
                        <a:pt x="926" y="1003"/>
                        <a:pt x="1171" y="802"/>
                        <a:pt x="1171" y="488"/>
                      </a:cubicBezTo>
                      <a:cubicBezTo>
                        <a:pt x="1171" y="220"/>
                        <a:pt x="952" y="1"/>
                        <a:pt x="6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5" name="Google Shape;1035;p11"/>
                <p:cNvSpPr/>
                <p:nvPr/>
              </p:nvSpPr>
              <p:spPr>
                <a:xfrm>
                  <a:off x="6505050" y="4552250"/>
                  <a:ext cx="39050" cy="3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33" extrusionOk="0">
                      <a:moveTo>
                        <a:pt x="879" y="0"/>
                      </a:moveTo>
                      <a:cubicBezTo>
                        <a:pt x="293" y="0"/>
                        <a:pt x="1" y="708"/>
                        <a:pt x="415" y="1122"/>
                      </a:cubicBezTo>
                      <a:cubicBezTo>
                        <a:pt x="552" y="1268"/>
                        <a:pt x="724" y="1333"/>
                        <a:pt x="893" y="1333"/>
                      </a:cubicBezTo>
                      <a:cubicBezTo>
                        <a:pt x="1234" y="1333"/>
                        <a:pt x="1562" y="1067"/>
                        <a:pt x="1562" y="659"/>
                      </a:cubicBezTo>
                      <a:cubicBezTo>
                        <a:pt x="1562" y="293"/>
                        <a:pt x="1244" y="0"/>
                        <a:pt x="8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6" name="Google Shape;1036;p11"/>
                <p:cNvSpPr/>
                <p:nvPr/>
              </p:nvSpPr>
              <p:spPr>
                <a:xfrm>
                  <a:off x="6262975" y="3983975"/>
                  <a:ext cx="32350" cy="2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1104" extrusionOk="0">
                      <a:moveTo>
                        <a:pt x="733" y="0"/>
                      </a:moveTo>
                      <a:cubicBezTo>
                        <a:pt x="245" y="0"/>
                        <a:pt x="1" y="586"/>
                        <a:pt x="342" y="927"/>
                      </a:cubicBezTo>
                      <a:cubicBezTo>
                        <a:pt x="456" y="1049"/>
                        <a:pt x="600" y="1103"/>
                        <a:pt x="741" y="1103"/>
                      </a:cubicBezTo>
                      <a:cubicBezTo>
                        <a:pt x="1023" y="1103"/>
                        <a:pt x="1294" y="887"/>
                        <a:pt x="1294" y="561"/>
                      </a:cubicBezTo>
                      <a:cubicBezTo>
                        <a:pt x="1294" y="244"/>
                        <a:pt x="1050" y="0"/>
                        <a:pt x="7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7" name="Google Shape;1037;p11"/>
                <p:cNvSpPr/>
                <p:nvPr/>
              </p:nvSpPr>
              <p:spPr>
                <a:xfrm>
                  <a:off x="6193475" y="3453500"/>
                  <a:ext cx="45750" cy="3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" h="1571" extrusionOk="0">
                      <a:moveTo>
                        <a:pt x="1049" y="0"/>
                      </a:moveTo>
                      <a:cubicBezTo>
                        <a:pt x="342" y="0"/>
                        <a:pt x="0" y="854"/>
                        <a:pt x="488" y="1342"/>
                      </a:cubicBezTo>
                      <a:cubicBezTo>
                        <a:pt x="646" y="1500"/>
                        <a:pt x="842" y="1571"/>
                        <a:pt x="1035" y="1571"/>
                      </a:cubicBezTo>
                      <a:cubicBezTo>
                        <a:pt x="1439" y="1571"/>
                        <a:pt x="1830" y="1259"/>
                        <a:pt x="1830" y="781"/>
                      </a:cubicBezTo>
                      <a:cubicBezTo>
                        <a:pt x="1805" y="342"/>
                        <a:pt x="1464" y="0"/>
                        <a:pt x="104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8" name="Google Shape;1038;p11"/>
                <p:cNvSpPr/>
                <p:nvPr/>
              </p:nvSpPr>
              <p:spPr>
                <a:xfrm>
                  <a:off x="6518475" y="3435200"/>
                  <a:ext cx="43925" cy="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483" extrusionOk="0">
                      <a:moveTo>
                        <a:pt x="1000" y="1"/>
                      </a:moveTo>
                      <a:cubicBezTo>
                        <a:pt x="342" y="1"/>
                        <a:pt x="0" y="781"/>
                        <a:pt x="464" y="1269"/>
                      </a:cubicBezTo>
                      <a:cubicBezTo>
                        <a:pt x="619" y="1417"/>
                        <a:pt x="804" y="1483"/>
                        <a:pt x="985" y="1483"/>
                      </a:cubicBezTo>
                      <a:cubicBezTo>
                        <a:pt x="1372" y="1483"/>
                        <a:pt x="1740" y="1181"/>
                        <a:pt x="1756" y="732"/>
                      </a:cubicBezTo>
                      <a:cubicBezTo>
                        <a:pt x="1756" y="318"/>
                        <a:pt x="1415" y="1"/>
                        <a:pt x="10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9" name="Google Shape;1039;p11"/>
                <p:cNvSpPr/>
                <p:nvPr/>
              </p:nvSpPr>
              <p:spPr>
                <a:xfrm>
                  <a:off x="6289200" y="2962650"/>
                  <a:ext cx="39650" cy="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34" extrusionOk="0">
                      <a:moveTo>
                        <a:pt x="903" y="1"/>
                      </a:moveTo>
                      <a:cubicBezTo>
                        <a:pt x="318" y="1"/>
                        <a:pt x="1" y="708"/>
                        <a:pt x="440" y="1123"/>
                      </a:cubicBezTo>
                      <a:cubicBezTo>
                        <a:pt x="577" y="1268"/>
                        <a:pt x="749" y="1333"/>
                        <a:pt x="918" y="1333"/>
                      </a:cubicBezTo>
                      <a:cubicBezTo>
                        <a:pt x="1259" y="1333"/>
                        <a:pt x="1586" y="1067"/>
                        <a:pt x="1586" y="659"/>
                      </a:cubicBezTo>
                      <a:cubicBezTo>
                        <a:pt x="1586" y="293"/>
                        <a:pt x="1269" y="1"/>
                        <a:pt x="9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0" name="Google Shape;1040;p11"/>
                <p:cNvSpPr/>
                <p:nvPr/>
              </p:nvSpPr>
              <p:spPr>
                <a:xfrm>
                  <a:off x="6033725" y="2570600"/>
                  <a:ext cx="299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6" h="1028" extrusionOk="0">
                      <a:moveTo>
                        <a:pt x="683" y="0"/>
                      </a:moveTo>
                      <a:cubicBezTo>
                        <a:pt x="220" y="0"/>
                        <a:pt x="0" y="537"/>
                        <a:pt x="317" y="878"/>
                      </a:cubicBezTo>
                      <a:cubicBezTo>
                        <a:pt x="420" y="981"/>
                        <a:pt x="549" y="1027"/>
                        <a:pt x="675" y="1027"/>
                      </a:cubicBezTo>
                      <a:cubicBezTo>
                        <a:pt x="939" y="1027"/>
                        <a:pt x="1195" y="826"/>
                        <a:pt x="1195" y="512"/>
                      </a:cubicBezTo>
                      <a:cubicBezTo>
                        <a:pt x="1195" y="220"/>
                        <a:pt x="976" y="0"/>
                        <a:pt x="6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1" name="Google Shape;1041;p11"/>
                <p:cNvSpPr/>
                <p:nvPr/>
              </p:nvSpPr>
              <p:spPr>
                <a:xfrm>
                  <a:off x="5941650" y="37522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83" y="0"/>
                      </a:moveTo>
                      <a:cubicBezTo>
                        <a:pt x="244" y="0"/>
                        <a:pt x="0" y="537"/>
                        <a:pt x="318" y="854"/>
                      </a:cubicBezTo>
                      <a:cubicBezTo>
                        <a:pt x="420" y="957"/>
                        <a:pt x="546" y="1003"/>
                        <a:pt x="669" y="1003"/>
                      </a:cubicBezTo>
                      <a:cubicBezTo>
                        <a:pt x="926" y="1003"/>
                        <a:pt x="1171" y="801"/>
                        <a:pt x="1171" y="488"/>
                      </a:cubicBezTo>
                      <a:cubicBezTo>
                        <a:pt x="1171" y="220"/>
                        <a:pt x="952" y="0"/>
                        <a:pt x="6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2" name="Google Shape;1042;p11"/>
                <p:cNvSpPr/>
                <p:nvPr/>
              </p:nvSpPr>
              <p:spPr>
                <a:xfrm>
                  <a:off x="5450200" y="4101050"/>
                  <a:ext cx="36000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440" extrusionOk="0">
                      <a:moveTo>
                        <a:pt x="708" y="0"/>
                      </a:moveTo>
                      <a:cubicBezTo>
                        <a:pt x="317" y="0"/>
                        <a:pt x="0" y="317"/>
                        <a:pt x="0" y="732"/>
                      </a:cubicBezTo>
                      <a:cubicBezTo>
                        <a:pt x="0" y="1122"/>
                        <a:pt x="317" y="1439"/>
                        <a:pt x="708" y="1439"/>
                      </a:cubicBezTo>
                      <a:cubicBezTo>
                        <a:pt x="1122" y="1439"/>
                        <a:pt x="1439" y="1122"/>
                        <a:pt x="1439" y="732"/>
                      </a:cubicBezTo>
                      <a:cubicBezTo>
                        <a:pt x="1439" y="317"/>
                        <a:pt x="1122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3" name="Google Shape;1043;p11"/>
                <p:cNvSpPr/>
                <p:nvPr/>
              </p:nvSpPr>
              <p:spPr>
                <a:xfrm>
                  <a:off x="4803875" y="4384575"/>
                  <a:ext cx="38425" cy="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7" h="1317" extrusionOk="0">
                      <a:moveTo>
                        <a:pt x="878" y="0"/>
                      </a:moveTo>
                      <a:cubicBezTo>
                        <a:pt x="293" y="0"/>
                        <a:pt x="0" y="708"/>
                        <a:pt x="415" y="1122"/>
                      </a:cubicBezTo>
                      <a:cubicBezTo>
                        <a:pt x="549" y="1257"/>
                        <a:pt x="714" y="1317"/>
                        <a:pt x="876" y="1317"/>
                      </a:cubicBezTo>
                      <a:cubicBezTo>
                        <a:pt x="1213" y="1317"/>
                        <a:pt x="1537" y="1055"/>
                        <a:pt x="1537" y="659"/>
                      </a:cubicBezTo>
                      <a:cubicBezTo>
                        <a:pt x="1537" y="293"/>
                        <a:pt x="1244" y="0"/>
                        <a:pt x="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4" name="Google Shape;1044;p11"/>
                <p:cNvSpPr/>
                <p:nvPr/>
              </p:nvSpPr>
              <p:spPr>
                <a:xfrm>
                  <a:off x="5356900" y="4570550"/>
                  <a:ext cx="35400" cy="3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" h="1210" extrusionOk="0">
                      <a:moveTo>
                        <a:pt x="806" y="0"/>
                      </a:moveTo>
                      <a:cubicBezTo>
                        <a:pt x="269" y="0"/>
                        <a:pt x="1" y="634"/>
                        <a:pt x="391" y="1025"/>
                      </a:cubicBezTo>
                      <a:cubicBezTo>
                        <a:pt x="511" y="1153"/>
                        <a:pt x="663" y="1210"/>
                        <a:pt x="812" y="1210"/>
                      </a:cubicBezTo>
                      <a:cubicBezTo>
                        <a:pt x="1118" y="1210"/>
                        <a:pt x="1415" y="970"/>
                        <a:pt x="1415" y="610"/>
                      </a:cubicBezTo>
                      <a:cubicBezTo>
                        <a:pt x="1415" y="268"/>
                        <a:pt x="1147" y="0"/>
                        <a:pt x="8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5" name="Google Shape;1045;p11"/>
                <p:cNvSpPr/>
                <p:nvPr/>
              </p:nvSpPr>
              <p:spPr>
                <a:xfrm>
                  <a:off x="4239250" y="4473550"/>
                  <a:ext cx="39050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30" extrusionOk="0">
                      <a:moveTo>
                        <a:pt x="942" y="1"/>
                      </a:moveTo>
                      <a:cubicBezTo>
                        <a:pt x="929" y="1"/>
                        <a:pt x="916" y="1"/>
                        <a:pt x="903" y="2"/>
                      </a:cubicBezTo>
                      <a:cubicBezTo>
                        <a:pt x="293" y="2"/>
                        <a:pt x="0" y="710"/>
                        <a:pt x="415" y="1124"/>
                      </a:cubicBezTo>
                      <a:cubicBezTo>
                        <a:pt x="557" y="1266"/>
                        <a:pt x="728" y="1329"/>
                        <a:pt x="893" y="1329"/>
                      </a:cubicBezTo>
                      <a:cubicBezTo>
                        <a:pt x="1238" y="1329"/>
                        <a:pt x="1561" y="1056"/>
                        <a:pt x="1561" y="661"/>
                      </a:cubicBezTo>
                      <a:cubicBezTo>
                        <a:pt x="1561" y="308"/>
                        <a:pt x="1289" y="1"/>
                        <a:pt x="94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6" name="Google Shape;1046;p11"/>
                <p:cNvSpPr/>
                <p:nvPr/>
              </p:nvSpPr>
              <p:spPr>
                <a:xfrm>
                  <a:off x="4442300" y="4073600"/>
                  <a:ext cx="32325" cy="2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" h="1111" extrusionOk="0">
                      <a:moveTo>
                        <a:pt x="732" y="1"/>
                      </a:moveTo>
                      <a:cubicBezTo>
                        <a:pt x="244" y="1"/>
                        <a:pt x="0" y="586"/>
                        <a:pt x="342" y="952"/>
                      </a:cubicBezTo>
                      <a:cubicBezTo>
                        <a:pt x="459" y="1062"/>
                        <a:pt x="600" y="1111"/>
                        <a:pt x="736" y="1111"/>
                      </a:cubicBezTo>
                      <a:cubicBezTo>
                        <a:pt x="1024" y="1111"/>
                        <a:pt x="1293" y="892"/>
                        <a:pt x="1293" y="562"/>
                      </a:cubicBezTo>
                      <a:cubicBezTo>
                        <a:pt x="1293" y="245"/>
                        <a:pt x="1049" y="1"/>
                        <a:pt x="7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7" name="Google Shape;1047;p11"/>
                <p:cNvSpPr/>
                <p:nvPr/>
              </p:nvSpPr>
              <p:spPr>
                <a:xfrm>
                  <a:off x="4884975" y="3932750"/>
                  <a:ext cx="28075" cy="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" h="964" extrusionOk="0">
                      <a:moveTo>
                        <a:pt x="659" y="1"/>
                      </a:moveTo>
                      <a:cubicBezTo>
                        <a:pt x="220" y="1"/>
                        <a:pt x="0" y="513"/>
                        <a:pt x="317" y="830"/>
                      </a:cubicBezTo>
                      <a:cubicBezTo>
                        <a:pt x="410" y="923"/>
                        <a:pt x="525" y="964"/>
                        <a:pt x="638" y="964"/>
                      </a:cubicBezTo>
                      <a:cubicBezTo>
                        <a:pt x="883" y="964"/>
                        <a:pt x="1122" y="772"/>
                        <a:pt x="1122" y="488"/>
                      </a:cubicBezTo>
                      <a:cubicBezTo>
                        <a:pt x="1122" y="220"/>
                        <a:pt x="927" y="1"/>
                        <a:pt x="6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8" name="Google Shape;1048;p11"/>
                <p:cNvSpPr/>
                <p:nvPr/>
              </p:nvSpPr>
              <p:spPr>
                <a:xfrm>
                  <a:off x="5108125" y="3604700"/>
                  <a:ext cx="43925" cy="3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500" extrusionOk="0">
                      <a:moveTo>
                        <a:pt x="1001" y="1"/>
                      </a:moveTo>
                      <a:cubicBezTo>
                        <a:pt x="342" y="1"/>
                        <a:pt x="1" y="806"/>
                        <a:pt x="489" y="1269"/>
                      </a:cubicBezTo>
                      <a:cubicBezTo>
                        <a:pt x="640" y="1429"/>
                        <a:pt x="828" y="1500"/>
                        <a:pt x="1013" y="1500"/>
                      </a:cubicBezTo>
                      <a:cubicBezTo>
                        <a:pt x="1392" y="1500"/>
                        <a:pt x="1757" y="1200"/>
                        <a:pt x="1757" y="757"/>
                      </a:cubicBezTo>
                      <a:cubicBezTo>
                        <a:pt x="1757" y="342"/>
                        <a:pt x="1415" y="1"/>
                        <a:pt x="10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9" name="Google Shape;1049;p11"/>
                <p:cNvSpPr/>
                <p:nvPr/>
              </p:nvSpPr>
              <p:spPr>
                <a:xfrm>
                  <a:off x="5650200" y="3474850"/>
                  <a:ext cx="32950" cy="2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" h="1134" extrusionOk="0">
                      <a:moveTo>
                        <a:pt x="756" y="0"/>
                      </a:moveTo>
                      <a:cubicBezTo>
                        <a:pt x="244" y="0"/>
                        <a:pt x="0" y="610"/>
                        <a:pt x="342" y="976"/>
                      </a:cubicBezTo>
                      <a:cubicBezTo>
                        <a:pt x="458" y="1085"/>
                        <a:pt x="600" y="1134"/>
                        <a:pt x="739" y="1134"/>
                      </a:cubicBezTo>
                      <a:cubicBezTo>
                        <a:pt x="1035" y="1134"/>
                        <a:pt x="1317" y="910"/>
                        <a:pt x="1317" y="561"/>
                      </a:cubicBezTo>
                      <a:cubicBezTo>
                        <a:pt x="1317" y="268"/>
                        <a:pt x="1073" y="0"/>
                        <a:pt x="7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0" name="Google Shape;1050;p11"/>
                <p:cNvSpPr/>
                <p:nvPr/>
              </p:nvSpPr>
              <p:spPr>
                <a:xfrm>
                  <a:off x="5745925" y="30205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59" y="1"/>
                      </a:moveTo>
                      <a:cubicBezTo>
                        <a:pt x="220" y="1"/>
                        <a:pt x="0" y="537"/>
                        <a:pt x="317" y="854"/>
                      </a:cubicBezTo>
                      <a:cubicBezTo>
                        <a:pt x="420" y="957"/>
                        <a:pt x="546" y="1004"/>
                        <a:pt x="669" y="1004"/>
                      </a:cubicBezTo>
                      <a:cubicBezTo>
                        <a:pt x="926" y="1004"/>
                        <a:pt x="1171" y="802"/>
                        <a:pt x="1171" y="489"/>
                      </a:cubicBezTo>
                      <a:cubicBezTo>
                        <a:pt x="1171" y="220"/>
                        <a:pt x="927" y="1"/>
                        <a:pt x="6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1" name="Google Shape;1051;p11"/>
                <p:cNvSpPr/>
                <p:nvPr/>
              </p:nvSpPr>
              <p:spPr>
                <a:xfrm>
                  <a:off x="5308725" y="3124225"/>
                  <a:ext cx="33575" cy="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3" h="1171" extrusionOk="0">
                      <a:moveTo>
                        <a:pt x="781" y="1"/>
                      </a:moveTo>
                      <a:cubicBezTo>
                        <a:pt x="245" y="1"/>
                        <a:pt x="1" y="635"/>
                        <a:pt x="367" y="1001"/>
                      </a:cubicBezTo>
                      <a:cubicBezTo>
                        <a:pt x="484" y="1118"/>
                        <a:pt x="626" y="1170"/>
                        <a:pt x="765" y="1170"/>
                      </a:cubicBezTo>
                      <a:cubicBezTo>
                        <a:pt x="1060" y="1170"/>
                        <a:pt x="1342" y="935"/>
                        <a:pt x="1342" y="586"/>
                      </a:cubicBezTo>
                      <a:cubicBezTo>
                        <a:pt x="1342" y="269"/>
                        <a:pt x="1098" y="1"/>
                        <a:pt x="78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2" name="Google Shape;1052;p11"/>
                <p:cNvSpPr/>
                <p:nvPr/>
              </p:nvSpPr>
              <p:spPr>
                <a:xfrm>
                  <a:off x="4930700" y="3373625"/>
                  <a:ext cx="28675" cy="2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963" extrusionOk="0">
                      <a:moveTo>
                        <a:pt x="659" y="0"/>
                      </a:moveTo>
                      <a:cubicBezTo>
                        <a:pt x="220" y="0"/>
                        <a:pt x="0" y="513"/>
                        <a:pt x="317" y="830"/>
                      </a:cubicBezTo>
                      <a:cubicBezTo>
                        <a:pt x="409" y="921"/>
                        <a:pt x="525" y="963"/>
                        <a:pt x="641" y="963"/>
                      </a:cubicBezTo>
                      <a:cubicBezTo>
                        <a:pt x="894" y="963"/>
                        <a:pt x="1147" y="765"/>
                        <a:pt x="1147" y="464"/>
                      </a:cubicBezTo>
                      <a:cubicBezTo>
                        <a:pt x="1122" y="220"/>
                        <a:pt x="927" y="0"/>
                        <a:pt x="6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3" name="Google Shape;1053;p11"/>
                <p:cNvSpPr/>
                <p:nvPr/>
              </p:nvSpPr>
              <p:spPr>
                <a:xfrm>
                  <a:off x="4678875" y="3074850"/>
                  <a:ext cx="35375" cy="3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5" h="1210" extrusionOk="0">
                      <a:moveTo>
                        <a:pt x="805" y="0"/>
                      </a:moveTo>
                      <a:cubicBezTo>
                        <a:pt x="269" y="0"/>
                        <a:pt x="0" y="659"/>
                        <a:pt x="391" y="1025"/>
                      </a:cubicBezTo>
                      <a:cubicBezTo>
                        <a:pt x="519" y="1153"/>
                        <a:pt x="673" y="1210"/>
                        <a:pt x="823" y="1210"/>
                      </a:cubicBezTo>
                      <a:cubicBezTo>
                        <a:pt x="1129" y="1210"/>
                        <a:pt x="1415" y="971"/>
                        <a:pt x="1415" y="610"/>
                      </a:cubicBezTo>
                      <a:cubicBezTo>
                        <a:pt x="1415" y="269"/>
                        <a:pt x="1147" y="0"/>
                        <a:pt x="8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4" name="Google Shape;1054;p11"/>
                <p:cNvSpPr/>
                <p:nvPr/>
              </p:nvSpPr>
              <p:spPr>
                <a:xfrm>
                  <a:off x="4385575" y="3488250"/>
                  <a:ext cx="35400" cy="3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" h="1211" extrusionOk="0">
                      <a:moveTo>
                        <a:pt x="806" y="1"/>
                      </a:moveTo>
                      <a:cubicBezTo>
                        <a:pt x="269" y="1"/>
                        <a:pt x="1" y="635"/>
                        <a:pt x="367" y="1025"/>
                      </a:cubicBezTo>
                      <a:cubicBezTo>
                        <a:pt x="495" y="1153"/>
                        <a:pt x="652" y="1210"/>
                        <a:pt x="805" y="1210"/>
                      </a:cubicBezTo>
                      <a:cubicBezTo>
                        <a:pt x="1118" y="1210"/>
                        <a:pt x="1416" y="971"/>
                        <a:pt x="1416" y="610"/>
                      </a:cubicBezTo>
                      <a:cubicBezTo>
                        <a:pt x="1416" y="269"/>
                        <a:pt x="1147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5" name="Google Shape;1055;p11"/>
                <p:cNvSpPr/>
                <p:nvPr/>
              </p:nvSpPr>
              <p:spPr>
                <a:xfrm>
                  <a:off x="3920350" y="3273025"/>
                  <a:ext cx="36000" cy="3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218" extrusionOk="0">
                      <a:moveTo>
                        <a:pt x="830" y="0"/>
                      </a:moveTo>
                      <a:cubicBezTo>
                        <a:pt x="269" y="0"/>
                        <a:pt x="1" y="659"/>
                        <a:pt x="391" y="1049"/>
                      </a:cubicBezTo>
                      <a:cubicBezTo>
                        <a:pt x="515" y="1165"/>
                        <a:pt x="666" y="1217"/>
                        <a:pt x="814" y="1217"/>
                      </a:cubicBezTo>
                      <a:cubicBezTo>
                        <a:pt x="1133" y="1217"/>
                        <a:pt x="1440" y="976"/>
                        <a:pt x="1440" y="610"/>
                      </a:cubicBezTo>
                      <a:cubicBezTo>
                        <a:pt x="1440" y="268"/>
                        <a:pt x="1147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6" name="Google Shape;1056;p11"/>
                <p:cNvSpPr/>
                <p:nvPr/>
              </p:nvSpPr>
              <p:spPr>
                <a:xfrm>
                  <a:off x="4127825" y="2744950"/>
                  <a:ext cx="25475" cy="2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" h="875" extrusionOk="0">
                      <a:moveTo>
                        <a:pt x="574" y="1"/>
                      </a:moveTo>
                      <a:cubicBezTo>
                        <a:pt x="203" y="1"/>
                        <a:pt x="1" y="448"/>
                        <a:pt x="262" y="733"/>
                      </a:cubicBezTo>
                      <a:cubicBezTo>
                        <a:pt x="360" y="831"/>
                        <a:pt x="476" y="874"/>
                        <a:pt x="588" y="874"/>
                      </a:cubicBezTo>
                      <a:cubicBezTo>
                        <a:pt x="812" y="874"/>
                        <a:pt x="1018" y="701"/>
                        <a:pt x="1018" y="441"/>
                      </a:cubicBezTo>
                      <a:cubicBezTo>
                        <a:pt x="1018" y="197"/>
                        <a:pt x="848" y="2"/>
                        <a:pt x="604" y="2"/>
                      </a:cubicBezTo>
                      <a:cubicBezTo>
                        <a:pt x="594" y="1"/>
                        <a:pt x="584" y="1"/>
                        <a:pt x="57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7" name="Google Shape;1057;p11"/>
                <p:cNvSpPr/>
                <p:nvPr/>
              </p:nvSpPr>
              <p:spPr>
                <a:xfrm>
                  <a:off x="3678275" y="2699250"/>
                  <a:ext cx="36625" cy="3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1258" extrusionOk="0">
                      <a:moveTo>
                        <a:pt x="830" y="0"/>
                      </a:moveTo>
                      <a:cubicBezTo>
                        <a:pt x="269" y="0"/>
                        <a:pt x="1" y="683"/>
                        <a:pt x="391" y="1074"/>
                      </a:cubicBezTo>
                      <a:cubicBezTo>
                        <a:pt x="518" y="1201"/>
                        <a:pt x="676" y="1258"/>
                        <a:pt x="832" y="1258"/>
                      </a:cubicBezTo>
                      <a:cubicBezTo>
                        <a:pt x="1154" y="1258"/>
                        <a:pt x="1464" y="1013"/>
                        <a:pt x="1464" y="635"/>
                      </a:cubicBezTo>
                      <a:cubicBezTo>
                        <a:pt x="1464" y="293"/>
                        <a:pt x="117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8" name="Google Shape;1058;p11"/>
                <p:cNvSpPr/>
                <p:nvPr/>
              </p:nvSpPr>
              <p:spPr>
                <a:xfrm>
                  <a:off x="3188650" y="2755350"/>
                  <a:ext cx="41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1416" extrusionOk="0">
                      <a:moveTo>
                        <a:pt x="952" y="0"/>
                      </a:moveTo>
                      <a:cubicBezTo>
                        <a:pt x="318" y="0"/>
                        <a:pt x="1" y="756"/>
                        <a:pt x="440" y="1195"/>
                      </a:cubicBezTo>
                      <a:cubicBezTo>
                        <a:pt x="592" y="1348"/>
                        <a:pt x="777" y="1416"/>
                        <a:pt x="955" y="1416"/>
                      </a:cubicBezTo>
                      <a:cubicBezTo>
                        <a:pt x="1319" y="1416"/>
                        <a:pt x="1659" y="1133"/>
                        <a:pt x="1659" y="708"/>
                      </a:cubicBezTo>
                      <a:cubicBezTo>
                        <a:pt x="1659" y="317"/>
                        <a:pt x="1342" y="0"/>
                        <a:pt x="9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9" name="Google Shape;1059;p11"/>
                <p:cNvSpPr/>
                <p:nvPr/>
              </p:nvSpPr>
              <p:spPr>
                <a:xfrm>
                  <a:off x="2877700" y="1839525"/>
                  <a:ext cx="4147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416" extrusionOk="0">
                      <a:moveTo>
                        <a:pt x="951" y="0"/>
                      </a:moveTo>
                      <a:cubicBezTo>
                        <a:pt x="317" y="0"/>
                        <a:pt x="0" y="756"/>
                        <a:pt x="464" y="1195"/>
                      </a:cubicBezTo>
                      <a:cubicBezTo>
                        <a:pt x="608" y="1348"/>
                        <a:pt x="787" y="1416"/>
                        <a:pt x="962" y="1416"/>
                      </a:cubicBezTo>
                      <a:cubicBezTo>
                        <a:pt x="1318" y="1416"/>
                        <a:pt x="1659" y="1133"/>
                        <a:pt x="1659" y="707"/>
                      </a:cubicBezTo>
                      <a:cubicBezTo>
                        <a:pt x="1659" y="317"/>
                        <a:pt x="1342" y="0"/>
                        <a:pt x="9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0" name="Google Shape;1060;p11"/>
                <p:cNvSpPr/>
                <p:nvPr/>
              </p:nvSpPr>
              <p:spPr>
                <a:xfrm>
                  <a:off x="2691725" y="2346825"/>
                  <a:ext cx="39050" cy="3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41" extrusionOk="0">
                      <a:moveTo>
                        <a:pt x="878" y="0"/>
                      </a:moveTo>
                      <a:cubicBezTo>
                        <a:pt x="293" y="0"/>
                        <a:pt x="0" y="732"/>
                        <a:pt x="415" y="1147"/>
                      </a:cubicBezTo>
                      <a:cubicBezTo>
                        <a:pt x="549" y="1281"/>
                        <a:pt x="717" y="1341"/>
                        <a:pt x="882" y="1341"/>
                      </a:cubicBezTo>
                      <a:cubicBezTo>
                        <a:pt x="1227" y="1341"/>
                        <a:pt x="1561" y="1079"/>
                        <a:pt x="1561" y="683"/>
                      </a:cubicBezTo>
                      <a:cubicBezTo>
                        <a:pt x="1561" y="317"/>
                        <a:pt x="1244" y="0"/>
                        <a:pt x="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1" name="Google Shape;1061;p11"/>
                <p:cNvSpPr/>
                <p:nvPr/>
              </p:nvSpPr>
              <p:spPr>
                <a:xfrm>
                  <a:off x="2145400" y="2583400"/>
                  <a:ext cx="28675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980" extrusionOk="0">
                      <a:moveTo>
                        <a:pt x="659" y="0"/>
                      </a:moveTo>
                      <a:cubicBezTo>
                        <a:pt x="220" y="0"/>
                        <a:pt x="0" y="537"/>
                        <a:pt x="317" y="830"/>
                      </a:cubicBezTo>
                      <a:cubicBezTo>
                        <a:pt x="421" y="933"/>
                        <a:pt x="545" y="980"/>
                        <a:pt x="666" y="980"/>
                      </a:cubicBezTo>
                      <a:cubicBezTo>
                        <a:pt x="914" y="980"/>
                        <a:pt x="1146" y="784"/>
                        <a:pt x="1146" y="488"/>
                      </a:cubicBezTo>
                      <a:cubicBezTo>
                        <a:pt x="1146" y="220"/>
                        <a:pt x="927" y="0"/>
                        <a:pt x="6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2" name="Google Shape;1062;p11"/>
                <p:cNvSpPr/>
                <p:nvPr/>
              </p:nvSpPr>
              <p:spPr>
                <a:xfrm>
                  <a:off x="1069975" y="2522400"/>
                  <a:ext cx="28500" cy="2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" h="981" extrusionOk="0">
                      <a:moveTo>
                        <a:pt x="646" y="1"/>
                      </a:moveTo>
                      <a:cubicBezTo>
                        <a:pt x="204" y="1"/>
                        <a:pt x="0" y="521"/>
                        <a:pt x="286" y="831"/>
                      </a:cubicBezTo>
                      <a:cubicBezTo>
                        <a:pt x="390" y="934"/>
                        <a:pt x="517" y="981"/>
                        <a:pt x="641" y="981"/>
                      </a:cubicBezTo>
                      <a:cubicBezTo>
                        <a:pt x="897" y="981"/>
                        <a:pt x="1140" y="785"/>
                        <a:pt x="1140" y="489"/>
                      </a:cubicBezTo>
                      <a:cubicBezTo>
                        <a:pt x="1140" y="221"/>
                        <a:pt x="920" y="1"/>
                        <a:pt x="676" y="1"/>
                      </a:cubicBezTo>
                      <a:cubicBezTo>
                        <a:pt x="666" y="1"/>
                        <a:pt x="656" y="1"/>
                        <a:pt x="6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3" name="Google Shape;1063;p11"/>
                <p:cNvSpPr/>
                <p:nvPr/>
              </p:nvSpPr>
              <p:spPr>
                <a:xfrm>
                  <a:off x="1635025" y="2418775"/>
                  <a:ext cx="45150" cy="3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6" h="1547" extrusionOk="0">
                      <a:moveTo>
                        <a:pt x="1050" y="0"/>
                      </a:moveTo>
                      <a:cubicBezTo>
                        <a:pt x="367" y="0"/>
                        <a:pt x="1" y="829"/>
                        <a:pt x="489" y="1317"/>
                      </a:cubicBezTo>
                      <a:cubicBezTo>
                        <a:pt x="647" y="1476"/>
                        <a:pt x="842" y="1547"/>
                        <a:pt x="1033" y="1547"/>
                      </a:cubicBezTo>
                      <a:cubicBezTo>
                        <a:pt x="1428" y="1547"/>
                        <a:pt x="1806" y="1241"/>
                        <a:pt x="1806" y="781"/>
                      </a:cubicBezTo>
                      <a:cubicBezTo>
                        <a:pt x="1806" y="366"/>
                        <a:pt x="1464" y="0"/>
                        <a:pt x="10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4" name="Google Shape;1064;p11"/>
                <p:cNvSpPr/>
                <p:nvPr/>
              </p:nvSpPr>
              <p:spPr>
                <a:xfrm>
                  <a:off x="1631975" y="1820000"/>
                  <a:ext cx="43325" cy="3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489" extrusionOk="0">
                      <a:moveTo>
                        <a:pt x="1001" y="1"/>
                      </a:moveTo>
                      <a:cubicBezTo>
                        <a:pt x="342" y="1"/>
                        <a:pt x="1" y="805"/>
                        <a:pt x="489" y="1269"/>
                      </a:cubicBezTo>
                      <a:cubicBezTo>
                        <a:pt x="640" y="1420"/>
                        <a:pt x="826" y="1488"/>
                        <a:pt x="1007" y="1488"/>
                      </a:cubicBezTo>
                      <a:cubicBezTo>
                        <a:pt x="1379" y="1488"/>
                        <a:pt x="1733" y="1200"/>
                        <a:pt x="1733" y="757"/>
                      </a:cubicBezTo>
                      <a:cubicBezTo>
                        <a:pt x="1733" y="342"/>
                        <a:pt x="1416" y="1"/>
                        <a:pt x="10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5" name="Google Shape;1065;p11"/>
                <p:cNvSpPr/>
                <p:nvPr/>
              </p:nvSpPr>
              <p:spPr>
                <a:xfrm>
                  <a:off x="1595400" y="2941925"/>
                  <a:ext cx="43325" cy="3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489" extrusionOk="0">
                      <a:moveTo>
                        <a:pt x="1001" y="0"/>
                      </a:moveTo>
                      <a:cubicBezTo>
                        <a:pt x="318" y="0"/>
                        <a:pt x="1" y="805"/>
                        <a:pt x="464" y="1269"/>
                      </a:cubicBezTo>
                      <a:cubicBezTo>
                        <a:pt x="615" y="1420"/>
                        <a:pt x="803" y="1488"/>
                        <a:pt x="988" y="1488"/>
                      </a:cubicBezTo>
                      <a:cubicBezTo>
                        <a:pt x="1368" y="1488"/>
                        <a:pt x="1732" y="1200"/>
                        <a:pt x="1732" y="757"/>
                      </a:cubicBezTo>
                      <a:cubicBezTo>
                        <a:pt x="1732" y="342"/>
                        <a:pt x="1391" y="0"/>
                        <a:pt x="10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6" name="Google Shape;1066;p11"/>
                <p:cNvSpPr/>
                <p:nvPr/>
              </p:nvSpPr>
              <p:spPr>
                <a:xfrm>
                  <a:off x="2123450" y="2015725"/>
                  <a:ext cx="26850" cy="2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" h="905" extrusionOk="0">
                      <a:moveTo>
                        <a:pt x="610" y="1"/>
                      </a:moveTo>
                      <a:cubicBezTo>
                        <a:pt x="195" y="1"/>
                        <a:pt x="0" y="488"/>
                        <a:pt x="293" y="781"/>
                      </a:cubicBezTo>
                      <a:cubicBezTo>
                        <a:pt x="385" y="866"/>
                        <a:pt x="497" y="904"/>
                        <a:pt x="607" y="904"/>
                      </a:cubicBezTo>
                      <a:cubicBezTo>
                        <a:pt x="845" y="904"/>
                        <a:pt x="1073" y="723"/>
                        <a:pt x="1073" y="440"/>
                      </a:cubicBezTo>
                      <a:cubicBezTo>
                        <a:pt x="1073" y="196"/>
                        <a:pt x="854" y="1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7" name="Google Shape;1067;p11"/>
                <p:cNvSpPr/>
                <p:nvPr/>
              </p:nvSpPr>
              <p:spPr>
                <a:xfrm>
                  <a:off x="2566100" y="1729150"/>
                  <a:ext cx="34800" cy="3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0" extrusionOk="0">
                      <a:moveTo>
                        <a:pt x="781" y="0"/>
                      </a:moveTo>
                      <a:cubicBezTo>
                        <a:pt x="245" y="0"/>
                        <a:pt x="1" y="635"/>
                        <a:pt x="367" y="1025"/>
                      </a:cubicBezTo>
                      <a:cubicBezTo>
                        <a:pt x="487" y="1145"/>
                        <a:pt x="636" y="1199"/>
                        <a:pt x="782" y="1199"/>
                      </a:cubicBezTo>
                      <a:cubicBezTo>
                        <a:pt x="1080" y="1199"/>
                        <a:pt x="1367" y="971"/>
                        <a:pt x="1367" y="610"/>
                      </a:cubicBezTo>
                      <a:cubicBezTo>
                        <a:pt x="1391" y="269"/>
                        <a:pt x="1123" y="0"/>
                        <a:pt x="7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8" name="Google Shape;1068;p11"/>
                <p:cNvSpPr/>
                <p:nvPr/>
              </p:nvSpPr>
              <p:spPr>
                <a:xfrm>
                  <a:off x="2911225" y="1498675"/>
                  <a:ext cx="38450" cy="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1317" extrusionOk="0">
                      <a:moveTo>
                        <a:pt x="879" y="0"/>
                      </a:moveTo>
                      <a:cubicBezTo>
                        <a:pt x="293" y="0"/>
                        <a:pt x="1" y="708"/>
                        <a:pt x="415" y="1122"/>
                      </a:cubicBezTo>
                      <a:cubicBezTo>
                        <a:pt x="549" y="1256"/>
                        <a:pt x="714" y="1317"/>
                        <a:pt x="876" y="1317"/>
                      </a:cubicBezTo>
                      <a:cubicBezTo>
                        <a:pt x="1214" y="1317"/>
                        <a:pt x="1537" y="1055"/>
                        <a:pt x="1537" y="659"/>
                      </a:cubicBezTo>
                      <a:cubicBezTo>
                        <a:pt x="1537" y="293"/>
                        <a:pt x="1244" y="0"/>
                        <a:pt x="8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9" name="Google Shape;1069;p11"/>
                <p:cNvSpPr/>
                <p:nvPr/>
              </p:nvSpPr>
              <p:spPr>
                <a:xfrm>
                  <a:off x="3150250" y="1059650"/>
                  <a:ext cx="43925" cy="3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507" extrusionOk="0">
                      <a:moveTo>
                        <a:pt x="1000" y="1"/>
                      </a:moveTo>
                      <a:cubicBezTo>
                        <a:pt x="317" y="1"/>
                        <a:pt x="0" y="806"/>
                        <a:pt x="464" y="1293"/>
                      </a:cubicBezTo>
                      <a:cubicBezTo>
                        <a:pt x="618" y="1440"/>
                        <a:pt x="805" y="1506"/>
                        <a:pt x="987" y="1506"/>
                      </a:cubicBezTo>
                      <a:cubicBezTo>
                        <a:pt x="1381" y="1506"/>
                        <a:pt x="1756" y="1199"/>
                        <a:pt x="1756" y="732"/>
                      </a:cubicBezTo>
                      <a:cubicBezTo>
                        <a:pt x="1732" y="318"/>
                        <a:pt x="1415" y="1"/>
                        <a:pt x="10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0" name="Google Shape;1070;p11"/>
                <p:cNvSpPr/>
                <p:nvPr/>
              </p:nvSpPr>
              <p:spPr>
                <a:xfrm>
                  <a:off x="2714275" y="688900"/>
                  <a:ext cx="32350" cy="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1271" extrusionOk="0">
                      <a:moveTo>
                        <a:pt x="699" y="0"/>
                      </a:moveTo>
                      <a:cubicBezTo>
                        <a:pt x="686" y="0"/>
                        <a:pt x="673" y="1"/>
                        <a:pt x="659" y="2"/>
                      </a:cubicBezTo>
                      <a:cubicBezTo>
                        <a:pt x="293" y="2"/>
                        <a:pt x="25" y="270"/>
                        <a:pt x="1" y="636"/>
                      </a:cubicBezTo>
                      <a:cubicBezTo>
                        <a:pt x="1" y="977"/>
                        <a:pt x="293" y="1270"/>
                        <a:pt x="659" y="1270"/>
                      </a:cubicBezTo>
                      <a:cubicBezTo>
                        <a:pt x="1001" y="1270"/>
                        <a:pt x="1293" y="977"/>
                        <a:pt x="1293" y="636"/>
                      </a:cubicBezTo>
                      <a:cubicBezTo>
                        <a:pt x="1293" y="284"/>
                        <a:pt x="1023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1" name="Google Shape;1071;p11"/>
                <p:cNvSpPr/>
                <p:nvPr/>
              </p:nvSpPr>
              <p:spPr>
                <a:xfrm>
                  <a:off x="2222825" y="627950"/>
                  <a:ext cx="232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" h="928" extrusionOk="0">
                      <a:moveTo>
                        <a:pt x="464" y="1"/>
                      </a:moveTo>
                      <a:cubicBezTo>
                        <a:pt x="196" y="1"/>
                        <a:pt x="1" y="196"/>
                        <a:pt x="1" y="464"/>
                      </a:cubicBezTo>
                      <a:cubicBezTo>
                        <a:pt x="1" y="708"/>
                        <a:pt x="196" y="928"/>
                        <a:pt x="464" y="928"/>
                      </a:cubicBezTo>
                      <a:cubicBezTo>
                        <a:pt x="708" y="928"/>
                        <a:pt x="927" y="708"/>
                        <a:pt x="927" y="464"/>
                      </a:cubicBezTo>
                      <a:cubicBezTo>
                        <a:pt x="927" y="196"/>
                        <a:pt x="708" y="1"/>
                        <a:pt x="46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2" name="Google Shape;1072;p11"/>
                <p:cNvSpPr/>
                <p:nvPr/>
              </p:nvSpPr>
              <p:spPr>
                <a:xfrm>
                  <a:off x="2000275" y="1260250"/>
                  <a:ext cx="25025" cy="2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858" extrusionOk="0">
                      <a:moveTo>
                        <a:pt x="561" y="1"/>
                      </a:moveTo>
                      <a:cubicBezTo>
                        <a:pt x="195" y="1"/>
                        <a:pt x="0" y="464"/>
                        <a:pt x="269" y="733"/>
                      </a:cubicBezTo>
                      <a:cubicBezTo>
                        <a:pt x="355" y="819"/>
                        <a:pt x="462" y="857"/>
                        <a:pt x="567" y="857"/>
                      </a:cubicBezTo>
                      <a:cubicBezTo>
                        <a:pt x="787" y="857"/>
                        <a:pt x="1000" y="688"/>
                        <a:pt x="1000" y="440"/>
                      </a:cubicBezTo>
                      <a:cubicBezTo>
                        <a:pt x="1000" y="196"/>
                        <a:pt x="805" y="1"/>
                        <a:pt x="5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3" name="Google Shape;1073;p11"/>
                <p:cNvSpPr/>
                <p:nvPr/>
              </p:nvSpPr>
              <p:spPr>
                <a:xfrm>
                  <a:off x="2517325" y="1105375"/>
                  <a:ext cx="449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" h="1524" extrusionOk="0">
                      <a:moveTo>
                        <a:pt x="1025" y="1"/>
                      </a:moveTo>
                      <a:cubicBezTo>
                        <a:pt x="342" y="1"/>
                        <a:pt x="1" y="830"/>
                        <a:pt x="489" y="1294"/>
                      </a:cubicBezTo>
                      <a:cubicBezTo>
                        <a:pt x="647" y="1452"/>
                        <a:pt x="842" y="1523"/>
                        <a:pt x="1032" y="1523"/>
                      </a:cubicBezTo>
                      <a:cubicBezTo>
                        <a:pt x="1425" y="1523"/>
                        <a:pt x="1798" y="1218"/>
                        <a:pt x="1781" y="757"/>
                      </a:cubicBezTo>
                      <a:cubicBezTo>
                        <a:pt x="1781" y="342"/>
                        <a:pt x="1440" y="1"/>
                        <a:pt x="10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4" name="Google Shape;1074;p11"/>
                <p:cNvSpPr/>
                <p:nvPr/>
              </p:nvSpPr>
              <p:spPr>
                <a:xfrm>
                  <a:off x="1047850" y="1188300"/>
                  <a:ext cx="26850" cy="2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" h="1075" extrusionOk="0">
                      <a:moveTo>
                        <a:pt x="537" y="1"/>
                      </a:moveTo>
                      <a:cubicBezTo>
                        <a:pt x="244" y="1"/>
                        <a:pt x="1" y="245"/>
                        <a:pt x="1" y="537"/>
                      </a:cubicBezTo>
                      <a:cubicBezTo>
                        <a:pt x="1" y="830"/>
                        <a:pt x="244" y="1074"/>
                        <a:pt x="537" y="1074"/>
                      </a:cubicBezTo>
                      <a:cubicBezTo>
                        <a:pt x="830" y="1074"/>
                        <a:pt x="1074" y="830"/>
                        <a:pt x="1074" y="537"/>
                      </a:cubicBezTo>
                      <a:cubicBezTo>
                        <a:pt x="1074" y="245"/>
                        <a:pt x="830" y="1"/>
                        <a:pt x="5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5" name="Google Shape;1075;p11"/>
                <p:cNvSpPr/>
                <p:nvPr/>
              </p:nvSpPr>
              <p:spPr>
                <a:xfrm>
                  <a:off x="1070575" y="1569375"/>
                  <a:ext cx="27300" cy="2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" h="946" extrusionOk="0">
                      <a:moveTo>
                        <a:pt x="622" y="1"/>
                      </a:moveTo>
                      <a:cubicBezTo>
                        <a:pt x="204" y="1"/>
                        <a:pt x="1" y="497"/>
                        <a:pt x="287" y="806"/>
                      </a:cubicBezTo>
                      <a:cubicBezTo>
                        <a:pt x="382" y="902"/>
                        <a:pt x="501" y="945"/>
                        <a:pt x="618" y="945"/>
                      </a:cubicBezTo>
                      <a:cubicBezTo>
                        <a:pt x="859" y="945"/>
                        <a:pt x="1092" y="760"/>
                        <a:pt x="1092" y="465"/>
                      </a:cubicBezTo>
                      <a:cubicBezTo>
                        <a:pt x="1092" y="221"/>
                        <a:pt x="896" y="1"/>
                        <a:pt x="652" y="1"/>
                      </a:cubicBezTo>
                      <a:cubicBezTo>
                        <a:pt x="642" y="1"/>
                        <a:pt x="632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6" name="Google Shape;1076;p11"/>
                <p:cNvSpPr/>
                <p:nvPr/>
              </p:nvSpPr>
              <p:spPr>
                <a:xfrm>
                  <a:off x="1261875" y="2072425"/>
                  <a:ext cx="28675" cy="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1172" extrusionOk="0">
                      <a:moveTo>
                        <a:pt x="586" y="1"/>
                      </a:moveTo>
                      <a:cubicBezTo>
                        <a:pt x="269" y="1"/>
                        <a:pt x="0" y="269"/>
                        <a:pt x="0" y="586"/>
                      </a:cubicBezTo>
                      <a:cubicBezTo>
                        <a:pt x="0" y="903"/>
                        <a:pt x="269" y="1172"/>
                        <a:pt x="586" y="1172"/>
                      </a:cubicBezTo>
                      <a:cubicBezTo>
                        <a:pt x="903" y="1172"/>
                        <a:pt x="1147" y="903"/>
                        <a:pt x="1147" y="586"/>
                      </a:cubicBezTo>
                      <a:cubicBezTo>
                        <a:pt x="1147" y="269"/>
                        <a:pt x="903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7" name="Google Shape;1077;p11"/>
                <p:cNvSpPr/>
                <p:nvPr/>
              </p:nvSpPr>
              <p:spPr>
                <a:xfrm>
                  <a:off x="538725" y="2057800"/>
                  <a:ext cx="29275" cy="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" h="1172" extrusionOk="0">
                      <a:moveTo>
                        <a:pt x="610" y="1"/>
                      </a:moveTo>
                      <a:cubicBezTo>
                        <a:pt x="268" y="1"/>
                        <a:pt x="0" y="269"/>
                        <a:pt x="0" y="586"/>
                      </a:cubicBezTo>
                      <a:cubicBezTo>
                        <a:pt x="0" y="903"/>
                        <a:pt x="268" y="1171"/>
                        <a:pt x="585" y="1171"/>
                      </a:cubicBezTo>
                      <a:cubicBezTo>
                        <a:pt x="927" y="1171"/>
                        <a:pt x="1171" y="903"/>
                        <a:pt x="1171" y="586"/>
                      </a:cubicBezTo>
                      <a:cubicBezTo>
                        <a:pt x="1171" y="269"/>
                        <a:pt x="927" y="25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8" name="Google Shape;1078;p11"/>
                <p:cNvSpPr/>
                <p:nvPr/>
              </p:nvSpPr>
              <p:spPr>
                <a:xfrm>
                  <a:off x="514925" y="1357200"/>
                  <a:ext cx="24425" cy="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001" extrusionOk="0">
                      <a:moveTo>
                        <a:pt x="489" y="1"/>
                      </a:moveTo>
                      <a:cubicBezTo>
                        <a:pt x="220" y="1"/>
                        <a:pt x="1" y="220"/>
                        <a:pt x="1" y="489"/>
                      </a:cubicBezTo>
                      <a:cubicBezTo>
                        <a:pt x="1" y="757"/>
                        <a:pt x="220" y="976"/>
                        <a:pt x="489" y="1001"/>
                      </a:cubicBezTo>
                      <a:cubicBezTo>
                        <a:pt x="757" y="1001"/>
                        <a:pt x="977" y="781"/>
                        <a:pt x="977" y="489"/>
                      </a:cubicBezTo>
                      <a:cubicBezTo>
                        <a:pt x="977" y="220"/>
                        <a:pt x="757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9" name="Google Shape;1079;p11"/>
                <p:cNvSpPr/>
                <p:nvPr/>
              </p:nvSpPr>
              <p:spPr>
                <a:xfrm>
                  <a:off x="739925" y="939525"/>
                  <a:ext cx="30525" cy="3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221" extrusionOk="0">
                      <a:moveTo>
                        <a:pt x="610" y="1"/>
                      </a:moveTo>
                      <a:cubicBezTo>
                        <a:pt x="269" y="1"/>
                        <a:pt x="1" y="269"/>
                        <a:pt x="1" y="611"/>
                      </a:cubicBezTo>
                      <a:cubicBezTo>
                        <a:pt x="1" y="952"/>
                        <a:pt x="269" y="1220"/>
                        <a:pt x="610" y="1220"/>
                      </a:cubicBezTo>
                      <a:cubicBezTo>
                        <a:pt x="928" y="1220"/>
                        <a:pt x="1220" y="952"/>
                        <a:pt x="1220" y="611"/>
                      </a:cubicBezTo>
                      <a:cubicBezTo>
                        <a:pt x="1220" y="269"/>
                        <a:pt x="928" y="1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0" name="Google Shape;1080;p11"/>
                <p:cNvSpPr/>
                <p:nvPr/>
              </p:nvSpPr>
              <p:spPr>
                <a:xfrm>
                  <a:off x="1433200" y="1076125"/>
                  <a:ext cx="34800" cy="2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70" extrusionOk="0">
                      <a:moveTo>
                        <a:pt x="806" y="0"/>
                      </a:moveTo>
                      <a:cubicBezTo>
                        <a:pt x="269" y="0"/>
                        <a:pt x="1" y="634"/>
                        <a:pt x="391" y="1000"/>
                      </a:cubicBezTo>
                      <a:cubicBezTo>
                        <a:pt x="508" y="1117"/>
                        <a:pt x="653" y="1169"/>
                        <a:pt x="795" y="1169"/>
                      </a:cubicBezTo>
                      <a:cubicBezTo>
                        <a:pt x="1098" y="1169"/>
                        <a:pt x="1391" y="934"/>
                        <a:pt x="1391" y="586"/>
                      </a:cubicBezTo>
                      <a:cubicBezTo>
                        <a:pt x="1367" y="268"/>
                        <a:pt x="1123" y="0"/>
                        <a:pt x="8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1" name="Google Shape;1081;p11"/>
                <p:cNvSpPr/>
                <p:nvPr/>
              </p:nvSpPr>
              <p:spPr>
                <a:xfrm>
                  <a:off x="1437475" y="597475"/>
                  <a:ext cx="30525" cy="3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220" extrusionOk="0">
                      <a:moveTo>
                        <a:pt x="610" y="0"/>
                      </a:moveTo>
                      <a:cubicBezTo>
                        <a:pt x="293" y="0"/>
                        <a:pt x="1" y="269"/>
                        <a:pt x="1" y="610"/>
                      </a:cubicBezTo>
                      <a:cubicBezTo>
                        <a:pt x="1" y="952"/>
                        <a:pt x="293" y="1220"/>
                        <a:pt x="610" y="1220"/>
                      </a:cubicBezTo>
                      <a:cubicBezTo>
                        <a:pt x="952" y="1220"/>
                        <a:pt x="1220" y="952"/>
                        <a:pt x="1220" y="610"/>
                      </a:cubicBezTo>
                      <a:cubicBezTo>
                        <a:pt x="1220" y="269"/>
                        <a:pt x="952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2" name="Google Shape;1082;p11"/>
                <p:cNvSpPr/>
                <p:nvPr/>
              </p:nvSpPr>
              <p:spPr>
                <a:xfrm>
                  <a:off x="957000" y="13066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3" name="Google Shape;1083;p11"/>
                <p:cNvSpPr/>
                <p:nvPr/>
              </p:nvSpPr>
              <p:spPr>
                <a:xfrm>
                  <a:off x="6008725" y="43723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83" y="1"/>
                      </a:moveTo>
                      <a:cubicBezTo>
                        <a:pt x="220" y="1"/>
                        <a:pt x="0" y="537"/>
                        <a:pt x="317" y="854"/>
                      </a:cubicBezTo>
                      <a:cubicBezTo>
                        <a:pt x="420" y="957"/>
                        <a:pt x="546" y="1003"/>
                        <a:pt x="669" y="1003"/>
                      </a:cubicBezTo>
                      <a:cubicBezTo>
                        <a:pt x="926" y="1003"/>
                        <a:pt x="1171" y="802"/>
                        <a:pt x="1171" y="488"/>
                      </a:cubicBezTo>
                      <a:cubicBezTo>
                        <a:pt x="1171" y="220"/>
                        <a:pt x="952" y="1"/>
                        <a:pt x="6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4" name="Google Shape;1084;p11"/>
                <p:cNvSpPr/>
                <p:nvPr/>
              </p:nvSpPr>
              <p:spPr>
                <a:xfrm>
                  <a:off x="6505050" y="4552250"/>
                  <a:ext cx="39050" cy="3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33" extrusionOk="0">
                      <a:moveTo>
                        <a:pt x="879" y="0"/>
                      </a:moveTo>
                      <a:cubicBezTo>
                        <a:pt x="293" y="0"/>
                        <a:pt x="1" y="708"/>
                        <a:pt x="415" y="1122"/>
                      </a:cubicBezTo>
                      <a:cubicBezTo>
                        <a:pt x="552" y="1268"/>
                        <a:pt x="724" y="1333"/>
                        <a:pt x="893" y="1333"/>
                      </a:cubicBezTo>
                      <a:cubicBezTo>
                        <a:pt x="1234" y="1333"/>
                        <a:pt x="1562" y="1067"/>
                        <a:pt x="1562" y="659"/>
                      </a:cubicBezTo>
                      <a:cubicBezTo>
                        <a:pt x="1562" y="293"/>
                        <a:pt x="1244" y="0"/>
                        <a:pt x="8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5" name="Google Shape;1085;p11"/>
                <p:cNvSpPr/>
                <p:nvPr/>
              </p:nvSpPr>
              <p:spPr>
                <a:xfrm>
                  <a:off x="6262975" y="3983975"/>
                  <a:ext cx="32350" cy="2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1104" extrusionOk="0">
                      <a:moveTo>
                        <a:pt x="733" y="0"/>
                      </a:moveTo>
                      <a:cubicBezTo>
                        <a:pt x="245" y="0"/>
                        <a:pt x="1" y="586"/>
                        <a:pt x="342" y="927"/>
                      </a:cubicBezTo>
                      <a:cubicBezTo>
                        <a:pt x="456" y="1049"/>
                        <a:pt x="600" y="1103"/>
                        <a:pt x="741" y="1103"/>
                      </a:cubicBezTo>
                      <a:cubicBezTo>
                        <a:pt x="1023" y="1103"/>
                        <a:pt x="1294" y="887"/>
                        <a:pt x="1294" y="561"/>
                      </a:cubicBezTo>
                      <a:cubicBezTo>
                        <a:pt x="1294" y="244"/>
                        <a:pt x="1050" y="0"/>
                        <a:pt x="7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6" name="Google Shape;1086;p11"/>
                <p:cNvSpPr/>
                <p:nvPr/>
              </p:nvSpPr>
              <p:spPr>
                <a:xfrm>
                  <a:off x="6193475" y="3453500"/>
                  <a:ext cx="45750" cy="3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" h="1571" extrusionOk="0">
                      <a:moveTo>
                        <a:pt x="1049" y="0"/>
                      </a:moveTo>
                      <a:cubicBezTo>
                        <a:pt x="342" y="0"/>
                        <a:pt x="0" y="854"/>
                        <a:pt x="488" y="1342"/>
                      </a:cubicBezTo>
                      <a:cubicBezTo>
                        <a:pt x="646" y="1500"/>
                        <a:pt x="842" y="1571"/>
                        <a:pt x="1035" y="1571"/>
                      </a:cubicBezTo>
                      <a:cubicBezTo>
                        <a:pt x="1439" y="1571"/>
                        <a:pt x="1830" y="1259"/>
                        <a:pt x="1830" y="781"/>
                      </a:cubicBezTo>
                      <a:cubicBezTo>
                        <a:pt x="1805" y="342"/>
                        <a:pt x="1464" y="0"/>
                        <a:pt x="104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7" name="Google Shape;1087;p11"/>
                <p:cNvSpPr/>
                <p:nvPr/>
              </p:nvSpPr>
              <p:spPr>
                <a:xfrm>
                  <a:off x="6518475" y="3435200"/>
                  <a:ext cx="43925" cy="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483" extrusionOk="0">
                      <a:moveTo>
                        <a:pt x="1000" y="1"/>
                      </a:moveTo>
                      <a:cubicBezTo>
                        <a:pt x="342" y="1"/>
                        <a:pt x="0" y="781"/>
                        <a:pt x="464" y="1269"/>
                      </a:cubicBezTo>
                      <a:cubicBezTo>
                        <a:pt x="619" y="1417"/>
                        <a:pt x="804" y="1483"/>
                        <a:pt x="985" y="1483"/>
                      </a:cubicBezTo>
                      <a:cubicBezTo>
                        <a:pt x="1372" y="1483"/>
                        <a:pt x="1740" y="1181"/>
                        <a:pt x="1756" y="732"/>
                      </a:cubicBezTo>
                      <a:cubicBezTo>
                        <a:pt x="1756" y="318"/>
                        <a:pt x="1415" y="1"/>
                        <a:pt x="10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8" name="Google Shape;1088;p11"/>
                <p:cNvSpPr/>
                <p:nvPr/>
              </p:nvSpPr>
              <p:spPr>
                <a:xfrm>
                  <a:off x="6289200" y="2962650"/>
                  <a:ext cx="39650" cy="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34" extrusionOk="0">
                      <a:moveTo>
                        <a:pt x="903" y="1"/>
                      </a:moveTo>
                      <a:cubicBezTo>
                        <a:pt x="318" y="1"/>
                        <a:pt x="1" y="708"/>
                        <a:pt x="440" y="1123"/>
                      </a:cubicBezTo>
                      <a:cubicBezTo>
                        <a:pt x="577" y="1268"/>
                        <a:pt x="749" y="1333"/>
                        <a:pt x="918" y="1333"/>
                      </a:cubicBezTo>
                      <a:cubicBezTo>
                        <a:pt x="1259" y="1333"/>
                        <a:pt x="1586" y="1067"/>
                        <a:pt x="1586" y="659"/>
                      </a:cubicBezTo>
                      <a:cubicBezTo>
                        <a:pt x="1586" y="293"/>
                        <a:pt x="1269" y="1"/>
                        <a:pt x="9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89" name="Google Shape;1089;p11"/>
                <p:cNvSpPr/>
                <p:nvPr/>
              </p:nvSpPr>
              <p:spPr>
                <a:xfrm>
                  <a:off x="6033725" y="2570600"/>
                  <a:ext cx="299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6" h="1028" extrusionOk="0">
                      <a:moveTo>
                        <a:pt x="683" y="0"/>
                      </a:moveTo>
                      <a:cubicBezTo>
                        <a:pt x="220" y="0"/>
                        <a:pt x="0" y="537"/>
                        <a:pt x="317" y="878"/>
                      </a:cubicBezTo>
                      <a:cubicBezTo>
                        <a:pt x="420" y="981"/>
                        <a:pt x="549" y="1027"/>
                        <a:pt x="675" y="1027"/>
                      </a:cubicBezTo>
                      <a:cubicBezTo>
                        <a:pt x="939" y="1027"/>
                        <a:pt x="1195" y="826"/>
                        <a:pt x="1195" y="512"/>
                      </a:cubicBezTo>
                      <a:cubicBezTo>
                        <a:pt x="1195" y="220"/>
                        <a:pt x="976" y="0"/>
                        <a:pt x="6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0" name="Google Shape;1090;p11"/>
                <p:cNvSpPr/>
                <p:nvPr/>
              </p:nvSpPr>
              <p:spPr>
                <a:xfrm>
                  <a:off x="5941650" y="37522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83" y="0"/>
                      </a:moveTo>
                      <a:cubicBezTo>
                        <a:pt x="244" y="0"/>
                        <a:pt x="0" y="537"/>
                        <a:pt x="318" y="854"/>
                      </a:cubicBezTo>
                      <a:cubicBezTo>
                        <a:pt x="420" y="957"/>
                        <a:pt x="546" y="1003"/>
                        <a:pt x="669" y="1003"/>
                      </a:cubicBezTo>
                      <a:cubicBezTo>
                        <a:pt x="926" y="1003"/>
                        <a:pt x="1171" y="801"/>
                        <a:pt x="1171" y="488"/>
                      </a:cubicBezTo>
                      <a:cubicBezTo>
                        <a:pt x="1171" y="220"/>
                        <a:pt x="952" y="0"/>
                        <a:pt x="6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1" name="Google Shape;1091;p11"/>
                <p:cNvSpPr/>
                <p:nvPr/>
              </p:nvSpPr>
              <p:spPr>
                <a:xfrm>
                  <a:off x="5450200" y="4101050"/>
                  <a:ext cx="36000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440" extrusionOk="0">
                      <a:moveTo>
                        <a:pt x="708" y="0"/>
                      </a:moveTo>
                      <a:cubicBezTo>
                        <a:pt x="317" y="0"/>
                        <a:pt x="0" y="317"/>
                        <a:pt x="0" y="732"/>
                      </a:cubicBezTo>
                      <a:cubicBezTo>
                        <a:pt x="0" y="1122"/>
                        <a:pt x="317" y="1439"/>
                        <a:pt x="708" y="1439"/>
                      </a:cubicBezTo>
                      <a:cubicBezTo>
                        <a:pt x="1122" y="1439"/>
                        <a:pt x="1439" y="1122"/>
                        <a:pt x="1439" y="732"/>
                      </a:cubicBezTo>
                      <a:cubicBezTo>
                        <a:pt x="1439" y="317"/>
                        <a:pt x="1122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2" name="Google Shape;1092;p11"/>
                <p:cNvSpPr/>
                <p:nvPr/>
              </p:nvSpPr>
              <p:spPr>
                <a:xfrm>
                  <a:off x="4803875" y="4384575"/>
                  <a:ext cx="38425" cy="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7" h="1317" extrusionOk="0">
                      <a:moveTo>
                        <a:pt x="878" y="0"/>
                      </a:moveTo>
                      <a:cubicBezTo>
                        <a:pt x="293" y="0"/>
                        <a:pt x="0" y="708"/>
                        <a:pt x="415" y="1122"/>
                      </a:cubicBezTo>
                      <a:cubicBezTo>
                        <a:pt x="549" y="1257"/>
                        <a:pt x="714" y="1317"/>
                        <a:pt x="876" y="1317"/>
                      </a:cubicBezTo>
                      <a:cubicBezTo>
                        <a:pt x="1213" y="1317"/>
                        <a:pt x="1537" y="1055"/>
                        <a:pt x="1537" y="659"/>
                      </a:cubicBezTo>
                      <a:cubicBezTo>
                        <a:pt x="1537" y="293"/>
                        <a:pt x="1244" y="0"/>
                        <a:pt x="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3" name="Google Shape;1093;p11"/>
                <p:cNvSpPr/>
                <p:nvPr/>
              </p:nvSpPr>
              <p:spPr>
                <a:xfrm>
                  <a:off x="5356900" y="4570550"/>
                  <a:ext cx="35400" cy="3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" h="1210" extrusionOk="0">
                      <a:moveTo>
                        <a:pt x="806" y="0"/>
                      </a:moveTo>
                      <a:cubicBezTo>
                        <a:pt x="269" y="0"/>
                        <a:pt x="1" y="634"/>
                        <a:pt x="391" y="1025"/>
                      </a:cubicBezTo>
                      <a:cubicBezTo>
                        <a:pt x="511" y="1153"/>
                        <a:pt x="663" y="1210"/>
                        <a:pt x="812" y="1210"/>
                      </a:cubicBezTo>
                      <a:cubicBezTo>
                        <a:pt x="1118" y="1210"/>
                        <a:pt x="1415" y="970"/>
                        <a:pt x="1415" y="610"/>
                      </a:cubicBezTo>
                      <a:cubicBezTo>
                        <a:pt x="1415" y="268"/>
                        <a:pt x="1147" y="0"/>
                        <a:pt x="8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4" name="Google Shape;1094;p11"/>
                <p:cNvSpPr/>
                <p:nvPr/>
              </p:nvSpPr>
              <p:spPr>
                <a:xfrm>
                  <a:off x="4239250" y="4473550"/>
                  <a:ext cx="39050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30" extrusionOk="0">
                      <a:moveTo>
                        <a:pt x="942" y="1"/>
                      </a:moveTo>
                      <a:cubicBezTo>
                        <a:pt x="929" y="1"/>
                        <a:pt x="916" y="1"/>
                        <a:pt x="903" y="2"/>
                      </a:cubicBezTo>
                      <a:cubicBezTo>
                        <a:pt x="293" y="2"/>
                        <a:pt x="0" y="710"/>
                        <a:pt x="415" y="1124"/>
                      </a:cubicBezTo>
                      <a:cubicBezTo>
                        <a:pt x="557" y="1266"/>
                        <a:pt x="728" y="1329"/>
                        <a:pt x="893" y="1329"/>
                      </a:cubicBezTo>
                      <a:cubicBezTo>
                        <a:pt x="1238" y="1329"/>
                        <a:pt x="1561" y="1056"/>
                        <a:pt x="1561" y="661"/>
                      </a:cubicBezTo>
                      <a:cubicBezTo>
                        <a:pt x="1561" y="308"/>
                        <a:pt x="1289" y="1"/>
                        <a:pt x="94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5" name="Google Shape;1095;p11"/>
                <p:cNvSpPr/>
                <p:nvPr/>
              </p:nvSpPr>
              <p:spPr>
                <a:xfrm>
                  <a:off x="4442300" y="4073600"/>
                  <a:ext cx="32325" cy="2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" h="1111" extrusionOk="0">
                      <a:moveTo>
                        <a:pt x="732" y="1"/>
                      </a:moveTo>
                      <a:cubicBezTo>
                        <a:pt x="244" y="1"/>
                        <a:pt x="0" y="586"/>
                        <a:pt x="342" y="952"/>
                      </a:cubicBezTo>
                      <a:cubicBezTo>
                        <a:pt x="459" y="1062"/>
                        <a:pt x="600" y="1111"/>
                        <a:pt x="736" y="1111"/>
                      </a:cubicBezTo>
                      <a:cubicBezTo>
                        <a:pt x="1024" y="1111"/>
                        <a:pt x="1293" y="892"/>
                        <a:pt x="1293" y="562"/>
                      </a:cubicBezTo>
                      <a:cubicBezTo>
                        <a:pt x="1293" y="245"/>
                        <a:pt x="1049" y="1"/>
                        <a:pt x="7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6" name="Google Shape;1096;p11"/>
                <p:cNvSpPr/>
                <p:nvPr/>
              </p:nvSpPr>
              <p:spPr>
                <a:xfrm>
                  <a:off x="4884975" y="3932750"/>
                  <a:ext cx="28075" cy="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" h="964" extrusionOk="0">
                      <a:moveTo>
                        <a:pt x="659" y="1"/>
                      </a:moveTo>
                      <a:cubicBezTo>
                        <a:pt x="220" y="1"/>
                        <a:pt x="0" y="513"/>
                        <a:pt x="317" y="830"/>
                      </a:cubicBezTo>
                      <a:cubicBezTo>
                        <a:pt x="410" y="923"/>
                        <a:pt x="525" y="964"/>
                        <a:pt x="638" y="964"/>
                      </a:cubicBezTo>
                      <a:cubicBezTo>
                        <a:pt x="883" y="964"/>
                        <a:pt x="1122" y="772"/>
                        <a:pt x="1122" y="488"/>
                      </a:cubicBezTo>
                      <a:cubicBezTo>
                        <a:pt x="1122" y="220"/>
                        <a:pt x="927" y="1"/>
                        <a:pt x="6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7" name="Google Shape;1097;p11"/>
                <p:cNvSpPr/>
                <p:nvPr/>
              </p:nvSpPr>
              <p:spPr>
                <a:xfrm>
                  <a:off x="5108125" y="3604700"/>
                  <a:ext cx="43925" cy="3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500" extrusionOk="0">
                      <a:moveTo>
                        <a:pt x="1001" y="1"/>
                      </a:moveTo>
                      <a:cubicBezTo>
                        <a:pt x="342" y="1"/>
                        <a:pt x="1" y="806"/>
                        <a:pt x="489" y="1269"/>
                      </a:cubicBezTo>
                      <a:cubicBezTo>
                        <a:pt x="640" y="1429"/>
                        <a:pt x="828" y="1500"/>
                        <a:pt x="1013" y="1500"/>
                      </a:cubicBezTo>
                      <a:cubicBezTo>
                        <a:pt x="1392" y="1500"/>
                        <a:pt x="1757" y="1200"/>
                        <a:pt x="1757" y="757"/>
                      </a:cubicBezTo>
                      <a:cubicBezTo>
                        <a:pt x="1757" y="342"/>
                        <a:pt x="1415" y="1"/>
                        <a:pt x="10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8" name="Google Shape;1098;p11"/>
                <p:cNvSpPr/>
                <p:nvPr/>
              </p:nvSpPr>
              <p:spPr>
                <a:xfrm>
                  <a:off x="5650200" y="3474850"/>
                  <a:ext cx="32950" cy="2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" h="1134" extrusionOk="0">
                      <a:moveTo>
                        <a:pt x="756" y="0"/>
                      </a:moveTo>
                      <a:cubicBezTo>
                        <a:pt x="244" y="0"/>
                        <a:pt x="0" y="610"/>
                        <a:pt x="342" y="976"/>
                      </a:cubicBezTo>
                      <a:cubicBezTo>
                        <a:pt x="458" y="1085"/>
                        <a:pt x="600" y="1134"/>
                        <a:pt x="739" y="1134"/>
                      </a:cubicBezTo>
                      <a:cubicBezTo>
                        <a:pt x="1035" y="1134"/>
                        <a:pt x="1317" y="910"/>
                        <a:pt x="1317" y="561"/>
                      </a:cubicBezTo>
                      <a:cubicBezTo>
                        <a:pt x="1317" y="268"/>
                        <a:pt x="1073" y="0"/>
                        <a:pt x="7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99" name="Google Shape;1099;p11"/>
                <p:cNvSpPr/>
                <p:nvPr/>
              </p:nvSpPr>
              <p:spPr>
                <a:xfrm>
                  <a:off x="5745925" y="3020575"/>
                  <a:ext cx="2930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" h="1004" extrusionOk="0">
                      <a:moveTo>
                        <a:pt x="659" y="1"/>
                      </a:moveTo>
                      <a:cubicBezTo>
                        <a:pt x="220" y="1"/>
                        <a:pt x="0" y="537"/>
                        <a:pt x="317" y="854"/>
                      </a:cubicBezTo>
                      <a:cubicBezTo>
                        <a:pt x="420" y="957"/>
                        <a:pt x="546" y="1004"/>
                        <a:pt x="669" y="1004"/>
                      </a:cubicBezTo>
                      <a:cubicBezTo>
                        <a:pt x="926" y="1004"/>
                        <a:pt x="1171" y="802"/>
                        <a:pt x="1171" y="489"/>
                      </a:cubicBezTo>
                      <a:cubicBezTo>
                        <a:pt x="1171" y="220"/>
                        <a:pt x="927" y="1"/>
                        <a:pt x="6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0" name="Google Shape;1100;p11"/>
                <p:cNvSpPr/>
                <p:nvPr/>
              </p:nvSpPr>
              <p:spPr>
                <a:xfrm>
                  <a:off x="5308725" y="3124225"/>
                  <a:ext cx="33575" cy="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3" h="1171" extrusionOk="0">
                      <a:moveTo>
                        <a:pt x="781" y="1"/>
                      </a:moveTo>
                      <a:cubicBezTo>
                        <a:pt x="245" y="1"/>
                        <a:pt x="1" y="635"/>
                        <a:pt x="367" y="1001"/>
                      </a:cubicBezTo>
                      <a:cubicBezTo>
                        <a:pt x="484" y="1118"/>
                        <a:pt x="626" y="1170"/>
                        <a:pt x="765" y="1170"/>
                      </a:cubicBezTo>
                      <a:cubicBezTo>
                        <a:pt x="1060" y="1170"/>
                        <a:pt x="1342" y="935"/>
                        <a:pt x="1342" y="586"/>
                      </a:cubicBezTo>
                      <a:cubicBezTo>
                        <a:pt x="1342" y="269"/>
                        <a:pt x="1098" y="1"/>
                        <a:pt x="78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1" name="Google Shape;1101;p11"/>
                <p:cNvSpPr/>
                <p:nvPr/>
              </p:nvSpPr>
              <p:spPr>
                <a:xfrm>
                  <a:off x="4930700" y="3373625"/>
                  <a:ext cx="28675" cy="2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963" extrusionOk="0">
                      <a:moveTo>
                        <a:pt x="659" y="0"/>
                      </a:moveTo>
                      <a:cubicBezTo>
                        <a:pt x="220" y="0"/>
                        <a:pt x="0" y="513"/>
                        <a:pt x="317" y="830"/>
                      </a:cubicBezTo>
                      <a:cubicBezTo>
                        <a:pt x="409" y="921"/>
                        <a:pt x="525" y="963"/>
                        <a:pt x="641" y="963"/>
                      </a:cubicBezTo>
                      <a:cubicBezTo>
                        <a:pt x="894" y="963"/>
                        <a:pt x="1147" y="765"/>
                        <a:pt x="1147" y="464"/>
                      </a:cubicBezTo>
                      <a:cubicBezTo>
                        <a:pt x="1122" y="220"/>
                        <a:pt x="927" y="0"/>
                        <a:pt x="6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2" name="Google Shape;1102;p11"/>
                <p:cNvSpPr/>
                <p:nvPr/>
              </p:nvSpPr>
              <p:spPr>
                <a:xfrm>
                  <a:off x="4678875" y="3074850"/>
                  <a:ext cx="35375" cy="3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5" h="1210" extrusionOk="0">
                      <a:moveTo>
                        <a:pt x="805" y="0"/>
                      </a:moveTo>
                      <a:cubicBezTo>
                        <a:pt x="269" y="0"/>
                        <a:pt x="0" y="659"/>
                        <a:pt x="391" y="1025"/>
                      </a:cubicBezTo>
                      <a:cubicBezTo>
                        <a:pt x="519" y="1153"/>
                        <a:pt x="673" y="1210"/>
                        <a:pt x="823" y="1210"/>
                      </a:cubicBezTo>
                      <a:cubicBezTo>
                        <a:pt x="1129" y="1210"/>
                        <a:pt x="1415" y="971"/>
                        <a:pt x="1415" y="610"/>
                      </a:cubicBezTo>
                      <a:cubicBezTo>
                        <a:pt x="1415" y="269"/>
                        <a:pt x="1147" y="0"/>
                        <a:pt x="8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3" name="Google Shape;1103;p11"/>
                <p:cNvSpPr/>
                <p:nvPr/>
              </p:nvSpPr>
              <p:spPr>
                <a:xfrm>
                  <a:off x="4385575" y="3488250"/>
                  <a:ext cx="35400" cy="3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" h="1211" extrusionOk="0">
                      <a:moveTo>
                        <a:pt x="806" y="1"/>
                      </a:moveTo>
                      <a:cubicBezTo>
                        <a:pt x="269" y="1"/>
                        <a:pt x="1" y="635"/>
                        <a:pt x="367" y="1025"/>
                      </a:cubicBezTo>
                      <a:cubicBezTo>
                        <a:pt x="495" y="1153"/>
                        <a:pt x="652" y="1210"/>
                        <a:pt x="805" y="1210"/>
                      </a:cubicBezTo>
                      <a:cubicBezTo>
                        <a:pt x="1118" y="1210"/>
                        <a:pt x="1416" y="971"/>
                        <a:pt x="1416" y="610"/>
                      </a:cubicBezTo>
                      <a:cubicBezTo>
                        <a:pt x="1416" y="269"/>
                        <a:pt x="1147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4" name="Google Shape;1104;p11"/>
                <p:cNvSpPr/>
                <p:nvPr/>
              </p:nvSpPr>
              <p:spPr>
                <a:xfrm>
                  <a:off x="3920350" y="3273025"/>
                  <a:ext cx="36000" cy="3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" h="1218" extrusionOk="0">
                      <a:moveTo>
                        <a:pt x="830" y="0"/>
                      </a:moveTo>
                      <a:cubicBezTo>
                        <a:pt x="269" y="0"/>
                        <a:pt x="1" y="659"/>
                        <a:pt x="391" y="1049"/>
                      </a:cubicBezTo>
                      <a:cubicBezTo>
                        <a:pt x="515" y="1165"/>
                        <a:pt x="666" y="1217"/>
                        <a:pt x="814" y="1217"/>
                      </a:cubicBezTo>
                      <a:cubicBezTo>
                        <a:pt x="1133" y="1217"/>
                        <a:pt x="1440" y="976"/>
                        <a:pt x="1440" y="610"/>
                      </a:cubicBezTo>
                      <a:cubicBezTo>
                        <a:pt x="1440" y="268"/>
                        <a:pt x="1147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5" name="Google Shape;1105;p11"/>
                <p:cNvSpPr/>
                <p:nvPr/>
              </p:nvSpPr>
              <p:spPr>
                <a:xfrm>
                  <a:off x="4127825" y="2744950"/>
                  <a:ext cx="25475" cy="2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" h="875" extrusionOk="0">
                      <a:moveTo>
                        <a:pt x="574" y="1"/>
                      </a:moveTo>
                      <a:cubicBezTo>
                        <a:pt x="203" y="1"/>
                        <a:pt x="1" y="448"/>
                        <a:pt x="262" y="733"/>
                      </a:cubicBezTo>
                      <a:cubicBezTo>
                        <a:pt x="360" y="831"/>
                        <a:pt x="476" y="874"/>
                        <a:pt x="588" y="874"/>
                      </a:cubicBezTo>
                      <a:cubicBezTo>
                        <a:pt x="812" y="874"/>
                        <a:pt x="1018" y="701"/>
                        <a:pt x="1018" y="441"/>
                      </a:cubicBezTo>
                      <a:cubicBezTo>
                        <a:pt x="1018" y="197"/>
                        <a:pt x="848" y="2"/>
                        <a:pt x="604" y="2"/>
                      </a:cubicBezTo>
                      <a:cubicBezTo>
                        <a:pt x="594" y="1"/>
                        <a:pt x="584" y="1"/>
                        <a:pt x="57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6" name="Google Shape;1106;p11"/>
                <p:cNvSpPr/>
                <p:nvPr/>
              </p:nvSpPr>
              <p:spPr>
                <a:xfrm>
                  <a:off x="3678275" y="2699250"/>
                  <a:ext cx="36625" cy="3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1258" extrusionOk="0">
                      <a:moveTo>
                        <a:pt x="830" y="0"/>
                      </a:moveTo>
                      <a:cubicBezTo>
                        <a:pt x="269" y="0"/>
                        <a:pt x="1" y="683"/>
                        <a:pt x="391" y="1074"/>
                      </a:cubicBezTo>
                      <a:cubicBezTo>
                        <a:pt x="518" y="1201"/>
                        <a:pt x="676" y="1258"/>
                        <a:pt x="832" y="1258"/>
                      </a:cubicBezTo>
                      <a:cubicBezTo>
                        <a:pt x="1154" y="1258"/>
                        <a:pt x="1464" y="1013"/>
                        <a:pt x="1464" y="635"/>
                      </a:cubicBezTo>
                      <a:cubicBezTo>
                        <a:pt x="1464" y="293"/>
                        <a:pt x="117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7" name="Google Shape;1107;p11"/>
                <p:cNvSpPr/>
                <p:nvPr/>
              </p:nvSpPr>
              <p:spPr>
                <a:xfrm>
                  <a:off x="3188650" y="2755350"/>
                  <a:ext cx="41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1416" extrusionOk="0">
                      <a:moveTo>
                        <a:pt x="952" y="0"/>
                      </a:moveTo>
                      <a:cubicBezTo>
                        <a:pt x="318" y="0"/>
                        <a:pt x="1" y="756"/>
                        <a:pt x="440" y="1195"/>
                      </a:cubicBezTo>
                      <a:cubicBezTo>
                        <a:pt x="592" y="1348"/>
                        <a:pt x="777" y="1416"/>
                        <a:pt x="955" y="1416"/>
                      </a:cubicBezTo>
                      <a:cubicBezTo>
                        <a:pt x="1319" y="1416"/>
                        <a:pt x="1659" y="1133"/>
                        <a:pt x="1659" y="708"/>
                      </a:cubicBezTo>
                      <a:cubicBezTo>
                        <a:pt x="1659" y="317"/>
                        <a:pt x="1342" y="0"/>
                        <a:pt x="9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8" name="Google Shape;1108;p11"/>
                <p:cNvSpPr/>
                <p:nvPr/>
              </p:nvSpPr>
              <p:spPr>
                <a:xfrm>
                  <a:off x="2877700" y="1839525"/>
                  <a:ext cx="4147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416" extrusionOk="0">
                      <a:moveTo>
                        <a:pt x="951" y="0"/>
                      </a:moveTo>
                      <a:cubicBezTo>
                        <a:pt x="317" y="0"/>
                        <a:pt x="0" y="756"/>
                        <a:pt x="464" y="1195"/>
                      </a:cubicBezTo>
                      <a:cubicBezTo>
                        <a:pt x="608" y="1348"/>
                        <a:pt x="787" y="1416"/>
                        <a:pt x="962" y="1416"/>
                      </a:cubicBezTo>
                      <a:cubicBezTo>
                        <a:pt x="1318" y="1416"/>
                        <a:pt x="1659" y="1133"/>
                        <a:pt x="1659" y="707"/>
                      </a:cubicBezTo>
                      <a:cubicBezTo>
                        <a:pt x="1659" y="317"/>
                        <a:pt x="1342" y="0"/>
                        <a:pt x="9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09" name="Google Shape;1109;p11"/>
                <p:cNvSpPr/>
                <p:nvPr/>
              </p:nvSpPr>
              <p:spPr>
                <a:xfrm>
                  <a:off x="2691725" y="2346825"/>
                  <a:ext cx="39050" cy="3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1341" extrusionOk="0">
                      <a:moveTo>
                        <a:pt x="878" y="0"/>
                      </a:moveTo>
                      <a:cubicBezTo>
                        <a:pt x="293" y="0"/>
                        <a:pt x="0" y="732"/>
                        <a:pt x="415" y="1147"/>
                      </a:cubicBezTo>
                      <a:cubicBezTo>
                        <a:pt x="549" y="1281"/>
                        <a:pt x="717" y="1341"/>
                        <a:pt x="882" y="1341"/>
                      </a:cubicBezTo>
                      <a:cubicBezTo>
                        <a:pt x="1227" y="1341"/>
                        <a:pt x="1561" y="1079"/>
                        <a:pt x="1561" y="683"/>
                      </a:cubicBezTo>
                      <a:cubicBezTo>
                        <a:pt x="1561" y="317"/>
                        <a:pt x="1244" y="0"/>
                        <a:pt x="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0" name="Google Shape;1110;p11"/>
                <p:cNvSpPr/>
                <p:nvPr/>
              </p:nvSpPr>
              <p:spPr>
                <a:xfrm>
                  <a:off x="2145400" y="2583400"/>
                  <a:ext cx="28675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980" extrusionOk="0">
                      <a:moveTo>
                        <a:pt x="659" y="0"/>
                      </a:moveTo>
                      <a:cubicBezTo>
                        <a:pt x="220" y="0"/>
                        <a:pt x="0" y="537"/>
                        <a:pt x="317" y="830"/>
                      </a:cubicBezTo>
                      <a:cubicBezTo>
                        <a:pt x="421" y="933"/>
                        <a:pt x="545" y="980"/>
                        <a:pt x="666" y="980"/>
                      </a:cubicBezTo>
                      <a:cubicBezTo>
                        <a:pt x="914" y="980"/>
                        <a:pt x="1146" y="784"/>
                        <a:pt x="1146" y="488"/>
                      </a:cubicBezTo>
                      <a:cubicBezTo>
                        <a:pt x="1146" y="220"/>
                        <a:pt x="927" y="0"/>
                        <a:pt x="6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1" name="Google Shape;1111;p11"/>
                <p:cNvSpPr/>
                <p:nvPr/>
              </p:nvSpPr>
              <p:spPr>
                <a:xfrm>
                  <a:off x="1069975" y="2522400"/>
                  <a:ext cx="28500" cy="2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" h="981" extrusionOk="0">
                      <a:moveTo>
                        <a:pt x="646" y="1"/>
                      </a:moveTo>
                      <a:cubicBezTo>
                        <a:pt x="204" y="1"/>
                        <a:pt x="0" y="521"/>
                        <a:pt x="286" y="831"/>
                      </a:cubicBezTo>
                      <a:cubicBezTo>
                        <a:pt x="390" y="934"/>
                        <a:pt x="517" y="981"/>
                        <a:pt x="641" y="981"/>
                      </a:cubicBezTo>
                      <a:cubicBezTo>
                        <a:pt x="897" y="981"/>
                        <a:pt x="1140" y="785"/>
                        <a:pt x="1140" y="489"/>
                      </a:cubicBezTo>
                      <a:cubicBezTo>
                        <a:pt x="1140" y="221"/>
                        <a:pt x="920" y="1"/>
                        <a:pt x="676" y="1"/>
                      </a:cubicBezTo>
                      <a:cubicBezTo>
                        <a:pt x="666" y="1"/>
                        <a:pt x="656" y="1"/>
                        <a:pt x="6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2" name="Google Shape;1112;p11"/>
                <p:cNvSpPr/>
                <p:nvPr/>
              </p:nvSpPr>
              <p:spPr>
                <a:xfrm>
                  <a:off x="1635025" y="2418775"/>
                  <a:ext cx="45150" cy="3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6" h="1547" extrusionOk="0">
                      <a:moveTo>
                        <a:pt x="1050" y="0"/>
                      </a:moveTo>
                      <a:cubicBezTo>
                        <a:pt x="367" y="0"/>
                        <a:pt x="1" y="829"/>
                        <a:pt x="489" y="1317"/>
                      </a:cubicBezTo>
                      <a:cubicBezTo>
                        <a:pt x="647" y="1476"/>
                        <a:pt x="842" y="1547"/>
                        <a:pt x="1033" y="1547"/>
                      </a:cubicBezTo>
                      <a:cubicBezTo>
                        <a:pt x="1428" y="1547"/>
                        <a:pt x="1806" y="1241"/>
                        <a:pt x="1806" y="781"/>
                      </a:cubicBezTo>
                      <a:cubicBezTo>
                        <a:pt x="1806" y="366"/>
                        <a:pt x="1464" y="0"/>
                        <a:pt x="10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3" name="Google Shape;1113;p11"/>
                <p:cNvSpPr/>
                <p:nvPr/>
              </p:nvSpPr>
              <p:spPr>
                <a:xfrm>
                  <a:off x="1631975" y="1820000"/>
                  <a:ext cx="43325" cy="3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489" extrusionOk="0">
                      <a:moveTo>
                        <a:pt x="1001" y="1"/>
                      </a:moveTo>
                      <a:cubicBezTo>
                        <a:pt x="342" y="1"/>
                        <a:pt x="1" y="805"/>
                        <a:pt x="489" y="1269"/>
                      </a:cubicBezTo>
                      <a:cubicBezTo>
                        <a:pt x="640" y="1420"/>
                        <a:pt x="826" y="1488"/>
                        <a:pt x="1007" y="1488"/>
                      </a:cubicBezTo>
                      <a:cubicBezTo>
                        <a:pt x="1379" y="1488"/>
                        <a:pt x="1733" y="1200"/>
                        <a:pt x="1733" y="757"/>
                      </a:cubicBezTo>
                      <a:cubicBezTo>
                        <a:pt x="1733" y="342"/>
                        <a:pt x="1416" y="1"/>
                        <a:pt x="10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4" name="Google Shape;1114;p11"/>
                <p:cNvSpPr/>
                <p:nvPr/>
              </p:nvSpPr>
              <p:spPr>
                <a:xfrm>
                  <a:off x="1595400" y="2941925"/>
                  <a:ext cx="43325" cy="3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489" extrusionOk="0">
                      <a:moveTo>
                        <a:pt x="1001" y="0"/>
                      </a:moveTo>
                      <a:cubicBezTo>
                        <a:pt x="318" y="0"/>
                        <a:pt x="1" y="805"/>
                        <a:pt x="464" y="1269"/>
                      </a:cubicBezTo>
                      <a:cubicBezTo>
                        <a:pt x="615" y="1420"/>
                        <a:pt x="803" y="1488"/>
                        <a:pt x="988" y="1488"/>
                      </a:cubicBezTo>
                      <a:cubicBezTo>
                        <a:pt x="1368" y="1488"/>
                        <a:pt x="1732" y="1200"/>
                        <a:pt x="1732" y="757"/>
                      </a:cubicBezTo>
                      <a:cubicBezTo>
                        <a:pt x="1732" y="342"/>
                        <a:pt x="1391" y="0"/>
                        <a:pt x="10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5" name="Google Shape;1115;p11"/>
                <p:cNvSpPr/>
                <p:nvPr/>
              </p:nvSpPr>
              <p:spPr>
                <a:xfrm>
                  <a:off x="2123450" y="2015725"/>
                  <a:ext cx="26850" cy="2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" h="905" extrusionOk="0">
                      <a:moveTo>
                        <a:pt x="610" y="1"/>
                      </a:moveTo>
                      <a:cubicBezTo>
                        <a:pt x="195" y="1"/>
                        <a:pt x="0" y="488"/>
                        <a:pt x="293" y="781"/>
                      </a:cubicBezTo>
                      <a:cubicBezTo>
                        <a:pt x="385" y="866"/>
                        <a:pt x="497" y="904"/>
                        <a:pt x="607" y="904"/>
                      </a:cubicBezTo>
                      <a:cubicBezTo>
                        <a:pt x="845" y="904"/>
                        <a:pt x="1073" y="723"/>
                        <a:pt x="1073" y="440"/>
                      </a:cubicBezTo>
                      <a:cubicBezTo>
                        <a:pt x="1073" y="196"/>
                        <a:pt x="854" y="1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6" name="Google Shape;1116;p11"/>
                <p:cNvSpPr/>
                <p:nvPr/>
              </p:nvSpPr>
              <p:spPr>
                <a:xfrm>
                  <a:off x="2566100" y="1729150"/>
                  <a:ext cx="34800" cy="3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0" extrusionOk="0">
                      <a:moveTo>
                        <a:pt x="781" y="0"/>
                      </a:moveTo>
                      <a:cubicBezTo>
                        <a:pt x="245" y="0"/>
                        <a:pt x="1" y="635"/>
                        <a:pt x="367" y="1025"/>
                      </a:cubicBezTo>
                      <a:cubicBezTo>
                        <a:pt x="487" y="1145"/>
                        <a:pt x="636" y="1199"/>
                        <a:pt x="782" y="1199"/>
                      </a:cubicBezTo>
                      <a:cubicBezTo>
                        <a:pt x="1080" y="1199"/>
                        <a:pt x="1367" y="971"/>
                        <a:pt x="1367" y="610"/>
                      </a:cubicBezTo>
                      <a:cubicBezTo>
                        <a:pt x="1391" y="269"/>
                        <a:pt x="1123" y="0"/>
                        <a:pt x="7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7" name="Google Shape;1117;p11"/>
                <p:cNvSpPr/>
                <p:nvPr/>
              </p:nvSpPr>
              <p:spPr>
                <a:xfrm>
                  <a:off x="2911225" y="1498675"/>
                  <a:ext cx="38450" cy="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1317" extrusionOk="0">
                      <a:moveTo>
                        <a:pt x="879" y="0"/>
                      </a:moveTo>
                      <a:cubicBezTo>
                        <a:pt x="293" y="0"/>
                        <a:pt x="1" y="708"/>
                        <a:pt x="415" y="1122"/>
                      </a:cubicBezTo>
                      <a:cubicBezTo>
                        <a:pt x="549" y="1256"/>
                        <a:pt x="714" y="1317"/>
                        <a:pt x="876" y="1317"/>
                      </a:cubicBezTo>
                      <a:cubicBezTo>
                        <a:pt x="1214" y="1317"/>
                        <a:pt x="1537" y="1055"/>
                        <a:pt x="1537" y="659"/>
                      </a:cubicBezTo>
                      <a:cubicBezTo>
                        <a:pt x="1537" y="293"/>
                        <a:pt x="1244" y="0"/>
                        <a:pt x="8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8" name="Google Shape;1118;p11"/>
                <p:cNvSpPr/>
                <p:nvPr/>
              </p:nvSpPr>
              <p:spPr>
                <a:xfrm>
                  <a:off x="3150250" y="1059650"/>
                  <a:ext cx="43925" cy="3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1507" extrusionOk="0">
                      <a:moveTo>
                        <a:pt x="1000" y="1"/>
                      </a:moveTo>
                      <a:cubicBezTo>
                        <a:pt x="317" y="1"/>
                        <a:pt x="0" y="806"/>
                        <a:pt x="464" y="1293"/>
                      </a:cubicBezTo>
                      <a:cubicBezTo>
                        <a:pt x="618" y="1440"/>
                        <a:pt x="805" y="1506"/>
                        <a:pt x="987" y="1506"/>
                      </a:cubicBezTo>
                      <a:cubicBezTo>
                        <a:pt x="1381" y="1506"/>
                        <a:pt x="1756" y="1199"/>
                        <a:pt x="1756" y="732"/>
                      </a:cubicBezTo>
                      <a:cubicBezTo>
                        <a:pt x="1732" y="318"/>
                        <a:pt x="1415" y="1"/>
                        <a:pt x="10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19" name="Google Shape;1119;p11"/>
                <p:cNvSpPr/>
                <p:nvPr/>
              </p:nvSpPr>
              <p:spPr>
                <a:xfrm>
                  <a:off x="2714275" y="688900"/>
                  <a:ext cx="32350" cy="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1271" extrusionOk="0">
                      <a:moveTo>
                        <a:pt x="699" y="0"/>
                      </a:moveTo>
                      <a:cubicBezTo>
                        <a:pt x="686" y="0"/>
                        <a:pt x="673" y="1"/>
                        <a:pt x="659" y="2"/>
                      </a:cubicBezTo>
                      <a:cubicBezTo>
                        <a:pt x="293" y="2"/>
                        <a:pt x="25" y="270"/>
                        <a:pt x="1" y="636"/>
                      </a:cubicBezTo>
                      <a:cubicBezTo>
                        <a:pt x="1" y="977"/>
                        <a:pt x="293" y="1270"/>
                        <a:pt x="659" y="1270"/>
                      </a:cubicBezTo>
                      <a:cubicBezTo>
                        <a:pt x="1001" y="1270"/>
                        <a:pt x="1293" y="977"/>
                        <a:pt x="1293" y="636"/>
                      </a:cubicBezTo>
                      <a:cubicBezTo>
                        <a:pt x="1293" y="284"/>
                        <a:pt x="1023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0" name="Google Shape;1120;p11"/>
                <p:cNvSpPr/>
                <p:nvPr/>
              </p:nvSpPr>
              <p:spPr>
                <a:xfrm>
                  <a:off x="2222825" y="627950"/>
                  <a:ext cx="232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" h="928" extrusionOk="0">
                      <a:moveTo>
                        <a:pt x="464" y="1"/>
                      </a:moveTo>
                      <a:cubicBezTo>
                        <a:pt x="196" y="1"/>
                        <a:pt x="1" y="196"/>
                        <a:pt x="1" y="464"/>
                      </a:cubicBezTo>
                      <a:cubicBezTo>
                        <a:pt x="1" y="708"/>
                        <a:pt x="196" y="928"/>
                        <a:pt x="464" y="928"/>
                      </a:cubicBezTo>
                      <a:cubicBezTo>
                        <a:pt x="708" y="928"/>
                        <a:pt x="927" y="708"/>
                        <a:pt x="927" y="464"/>
                      </a:cubicBezTo>
                      <a:cubicBezTo>
                        <a:pt x="927" y="196"/>
                        <a:pt x="708" y="1"/>
                        <a:pt x="46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1" name="Google Shape;1121;p11"/>
                <p:cNvSpPr/>
                <p:nvPr/>
              </p:nvSpPr>
              <p:spPr>
                <a:xfrm>
                  <a:off x="2000275" y="1260250"/>
                  <a:ext cx="25025" cy="2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858" extrusionOk="0">
                      <a:moveTo>
                        <a:pt x="561" y="1"/>
                      </a:moveTo>
                      <a:cubicBezTo>
                        <a:pt x="195" y="1"/>
                        <a:pt x="0" y="464"/>
                        <a:pt x="269" y="733"/>
                      </a:cubicBezTo>
                      <a:cubicBezTo>
                        <a:pt x="355" y="819"/>
                        <a:pt x="462" y="857"/>
                        <a:pt x="567" y="857"/>
                      </a:cubicBezTo>
                      <a:cubicBezTo>
                        <a:pt x="787" y="857"/>
                        <a:pt x="1000" y="688"/>
                        <a:pt x="1000" y="440"/>
                      </a:cubicBezTo>
                      <a:cubicBezTo>
                        <a:pt x="1000" y="196"/>
                        <a:pt x="805" y="1"/>
                        <a:pt x="5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2" name="Google Shape;1122;p11"/>
                <p:cNvSpPr/>
                <p:nvPr/>
              </p:nvSpPr>
              <p:spPr>
                <a:xfrm>
                  <a:off x="2517325" y="1105375"/>
                  <a:ext cx="449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" h="1524" extrusionOk="0">
                      <a:moveTo>
                        <a:pt x="1025" y="1"/>
                      </a:moveTo>
                      <a:cubicBezTo>
                        <a:pt x="342" y="1"/>
                        <a:pt x="1" y="830"/>
                        <a:pt x="489" y="1294"/>
                      </a:cubicBezTo>
                      <a:cubicBezTo>
                        <a:pt x="647" y="1452"/>
                        <a:pt x="842" y="1523"/>
                        <a:pt x="1032" y="1523"/>
                      </a:cubicBezTo>
                      <a:cubicBezTo>
                        <a:pt x="1425" y="1523"/>
                        <a:pt x="1798" y="1218"/>
                        <a:pt x="1781" y="757"/>
                      </a:cubicBezTo>
                      <a:cubicBezTo>
                        <a:pt x="1781" y="342"/>
                        <a:pt x="1440" y="1"/>
                        <a:pt x="10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3" name="Google Shape;1123;p11"/>
                <p:cNvSpPr/>
                <p:nvPr/>
              </p:nvSpPr>
              <p:spPr>
                <a:xfrm>
                  <a:off x="1047850" y="1188300"/>
                  <a:ext cx="26850" cy="2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" h="1075" extrusionOk="0">
                      <a:moveTo>
                        <a:pt x="537" y="1"/>
                      </a:moveTo>
                      <a:cubicBezTo>
                        <a:pt x="244" y="1"/>
                        <a:pt x="1" y="245"/>
                        <a:pt x="1" y="537"/>
                      </a:cubicBezTo>
                      <a:cubicBezTo>
                        <a:pt x="1" y="830"/>
                        <a:pt x="244" y="1074"/>
                        <a:pt x="537" y="1074"/>
                      </a:cubicBezTo>
                      <a:cubicBezTo>
                        <a:pt x="830" y="1074"/>
                        <a:pt x="1074" y="830"/>
                        <a:pt x="1074" y="537"/>
                      </a:cubicBezTo>
                      <a:cubicBezTo>
                        <a:pt x="1074" y="245"/>
                        <a:pt x="830" y="1"/>
                        <a:pt x="5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4" name="Google Shape;1124;p11"/>
                <p:cNvSpPr/>
                <p:nvPr/>
              </p:nvSpPr>
              <p:spPr>
                <a:xfrm>
                  <a:off x="1070575" y="1569375"/>
                  <a:ext cx="27300" cy="2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" h="946" extrusionOk="0">
                      <a:moveTo>
                        <a:pt x="622" y="1"/>
                      </a:moveTo>
                      <a:cubicBezTo>
                        <a:pt x="204" y="1"/>
                        <a:pt x="1" y="497"/>
                        <a:pt x="287" y="806"/>
                      </a:cubicBezTo>
                      <a:cubicBezTo>
                        <a:pt x="382" y="902"/>
                        <a:pt x="501" y="945"/>
                        <a:pt x="618" y="945"/>
                      </a:cubicBezTo>
                      <a:cubicBezTo>
                        <a:pt x="859" y="945"/>
                        <a:pt x="1092" y="760"/>
                        <a:pt x="1092" y="465"/>
                      </a:cubicBezTo>
                      <a:cubicBezTo>
                        <a:pt x="1092" y="221"/>
                        <a:pt x="896" y="1"/>
                        <a:pt x="652" y="1"/>
                      </a:cubicBezTo>
                      <a:cubicBezTo>
                        <a:pt x="642" y="1"/>
                        <a:pt x="632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5" name="Google Shape;1125;p11"/>
                <p:cNvSpPr/>
                <p:nvPr/>
              </p:nvSpPr>
              <p:spPr>
                <a:xfrm>
                  <a:off x="1261875" y="2072425"/>
                  <a:ext cx="28675" cy="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1172" extrusionOk="0">
                      <a:moveTo>
                        <a:pt x="586" y="1"/>
                      </a:moveTo>
                      <a:cubicBezTo>
                        <a:pt x="269" y="1"/>
                        <a:pt x="0" y="269"/>
                        <a:pt x="0" y="586"/>
                      </a:cubicBezTo>
                      <a:cubicBezTo>
                        <a:pt x="0" y="903"/>
                        <a:pt x="269" y="1172"/>
                        <a:pt x="586" y="1172"/>
                      </a:cubicBezTo>
                      <a:cubicBezTo>
                        <a:pt x="903" y="1172"/>
                        <a:pt x="1147" y="903"/>
                        <a:pt x="1147" y="586"/>
                      </a:cubicBezTo>
                      <a:cubicBezTo>
                        <a:pt x="1147" y="269"/>
                        <a:pt x="903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6" name="Google Shape;1126;p11"/>
                <p:cNvSpPr/>
                <p:nvPr/>
              </p:nvSpPr>
              <p:spPr>
                <a:xfrm>
                  <a:off x="538725" y="2057800"/>
                  <a:ext cx="29275" cy="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" h="1172" extrusionOk="0">
                      <a:moveTo>
                        <a:pt x="610" y="1"/>
                      </a:moveTo>
                      <a:cubicBezTo>
                        <a:pt x="268" y="1"/>
                        <a:pt x="0" y="269"/>
                        <a:pt x="0" y="586"/>
                      </a:cubicBezTo>
                      <a:cubicBezTo>
                        <a:pt x="0" y="903"/>
                        <a:pt x="268" y="1171"/>
                        <a:pt x="585" y="1171"/>
                      </a:cubicBezTo>
                      <a:cubicBezTo>
                        <a:pt x="927" y="1171"/>
                        <a:pt x="1171" y="903"/>
                        <a:pt x="1171" y="586"/>
                      </a:cubicBezTo>
                      <a:cubicBezTo>
                        <a:pt x="1171" y="269"/>
                        <a:pt x="927" y="25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7" name="Google Shape;1127;p11"/>
                <p:cNvSpPr/>
                <p:nvPr/>
              </p:nvSpPr>
              <p:spPr>
                <a:xfrm>
                  <a:off x="514925" y="1357200"/>
                  <a:ext cx="24425" cy="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001" extrusionOk="0">
                      <a:moveTo>
                        <a:pt x="489" y="1"/>
                      </a:moveTo>
                      <a:cubicBezTo>
                        <a:pt x="220" y="1"/>
                        <a:pt x="1" y="220"/>
                        <a:pt x="1" y="489"/>
                      </a:cubicBezTo>
                      <a:cubicBezTo>
                        <a:pt x="1" y="757"/>
                        <a:pt x="220" y="976"/>
                        <a:pt x="489" y="1001"/>
                      </a:cubicBezTo>
                      <a:cubicBezTo>
                        <a:pt x="757" y="1001"/>
                        <a:pt x="977" y="781"/>
                        <a:pt x="977" y="489"/>
                      </a:cubicBezTo>
                      <a:cubicBezTo>
                        <a:pt x="977" y="220"/>
                        <a:pt x="757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8" name="Google Shape;1128;p11"/>
                <p:cNvSpPr/>
                <p:nvPr/>
              </p:nvSpPr>
              <p:spPr>
                <a:xfrm>
                  <a:off x="739925" y="939525"/>
                  <a:ext cx="30525" cy="3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221" extrusionOk="0">
                      <a:moveTo>
                        <a:pt x="610" y="1"/>
                      </a:moveTo>
                      <a:cubicBezTo>
                        <a:pt x="269" y="1"/>
                        <a:pt x="1" y="269"/>
                        <a:pt x="1" y="611"/>
                      </a:cubicBezTo>
                      <a:cubicBezTo>
                        <a:pt x="1" y="952"/>
                        <a:pt x="269" y="1220"/>
                        <a:pt x="610" y="1220"/>
                      </a:cubicBezTo>
                      <a:cubicBezTo>
                        <a:pt x="928" y="1220"/>
                        <a:pt x="1220" y="952"/>
                        <a:pt x="1220" y="611"/>
                      </a:cubicBezTo>
                      <a:cubicBezTo>
                        <a:pt x="1220" y="269"/>
                        <a:pt x="928" y="1"/>
                        <a:pt x="6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29" name="Google Shape;1129;p11"/>
                <p:cNvSpPr/>
                <p:nvPr/>
              </p:nvSpPr>
              <p:spPr>
                <a:xfrm>
                  <a:off x="1433200" y="1076125"/>
                  <a:ext cx="34800" cy="2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70" extrusionOk="0">
                      <a:moveTo>
                        <a:pt x="806" y="0"/>
                      </a:moveTo>
                      <a:cubicBezTo>
                        <a:pt x="269" y="0"/>
                        <a:pt x="1" y="634"/>
                        <a:pt x="391" y="1000"/>
                      </a:cubicBezTo>
                      <a:cubicBezTo>
                        <a:pt x="508" y="1117"/>
                        <a:pt x="653" y="1169"/>
                        <a:pt x="795" y="1169"/>
                      </a:cubicBezTo>
                      <a:cubicBezTo>
                        <a:pt x="1098" y="1169"/>
                        <a:pt x="1391" y="934"/>
                        <a:pt x="1391" y="586"/>
                      </a:cubicBezTo>
                      <a:cubicBezTo>
                        <a:pt x="1367" y="268"/>
                        <a:pt x="1123" y="0"/>
                        <a:pt x="8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30" name="Google Shape;1130;p11"/>
                <p:cNvSpPr/>
                <p:nvPr/>
              </p:nvSpPr>
              <p:spPr>
                <a:xfrm>
                  <a:off x="1437475" y="597475"/>
                  <a:ext cx="30525" cy="3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" h="1220" extrusionOk="0">
                      <a:moveTo>
                        <a:pt x="610" y="0"/>
                      </a:moveTo>
                      <a:cubicBezTo>
                        <a:pt x="293" y="0"/>
                        <a:pt x="1" y="269"/>
                        <a:pt x="1" y="610"/>
                      </a:cubicBezTo>
                      <a:cubicBezTo>
                        <a:pt x="1" y="952"/>
                        <a:pt x="293" y="1220"/>
                        <a:pt x="610" y="1220"/>
                      </a:cubicBezTo>
                      <a:cubicBezTo>
                        <a:pt x="952" y="1220"/>
                        <a:pt x="1220" y="952"/>
                        <a:pt x="1220" y="610"/>
                      </a:cubicBezTo>
                      <a:cubicBezTo>
                        <a:pt x="1220" y="269"/>
                        <a:pt x="952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131" name="Google Shape;1131;p11"/>
              <p:cNvSpPr/>
              <p:nvPr/>
            </p:nvSpPr>
            <p:spPr>
              <a:xfrm>
                <a:off x="4451750" y="-102050"/>
                <a:ext cx="1753100" cy="1076625"/>
              </a:xfrm>
              <a:custGeom>
                <a:avLst/>
                <a:gdLst/>
                <a:ahLst/>
                <a:cxnLst/>
                <a:rect l="l" t="t" r="r" b="b"/>
                <a:pathLst>
                  <a:path w="70124" h="43065" extrusionOk="0">
                    <a:moveTo>
                      <a:pt x="0" y="43065"/>
                    </a:moveTo>
                    <a:lnTo>
                      <a:pt x="1324" y="24162"/>
                    </a:lnTo>
                    <a:lnTo>
                      <a:pt x="70124" y="0"/>
                    </a:lnTo>
                    <a:lnTo>
                      <a:pt x="2574" y="18940"/>
                    </a:lnTo>
                    <a:lnTo>
                      <a:pt x="12136" y="551"/>
                    </a:lnTo>
                    <a:lnTo>
                      <a:pt x="46176" y="20683"/>
                    </a:lnTo>
                    <a:lnTo>
                      <a:pt x="70124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132" name="Google Shape;1132;p11"/>
              <p:cNvSpPr/>
              <p:nvPr/>
            </p:nvSpPr>
            <p:spPr>
              <a:xfrm rot="10800000" flipH="1">
                <a:off x="4426282" y="950901"/>
                <a:ext cx="54544" cy="42965"/>
              </a:xfrm>
              <a:custGeom>
                <a:avLst/>
                <a:gdLst/>
                <a:ahLst/>
                <a:cxnLst/>
                <a:rect l="l" t="t" r="r" b="b"/>
                <a:pathLst>
                  <a:path w="2246" h="1780" extrusionOk="0">
                    <a:moveTo>
                      <a:pt x="1097" y="1"/>
                    </a:moveTo>
                    <a:cubicBezTo>
                      <a:pt x="466" y="1"/>
                      <a:pt x="1" y="713"/>
                      <a:pt x="343" y="1313"/>
                    </a:cubicBezTo>
                    <a:cubicBezTo>
                      <a:pt x="495" y="1616"/>
                      <a:pt x="797" y="1779"/>
                      <a:pt x="1115" y="1779"/>
                    </a:cubicBezTo>
                    <a:cubicBezTo>
                      <a:pt x="1257" y="1779"/>
                      <a:pt x="1402" y="1747"/>
                      <a:pt x="1538" y="1679"/>
                    </a:cubicBezTo>
                    <a:cubicBezTo>
                      <a:pt x="2246" y="1288"/>
                      <a:pt x="2124" y="264"/>
                      <a:pt x="1368" y="45"/>
                    </a:cubicBezTo>
                    <a:cubicBezTo>
                      <a:pt x="1275" y="15"/>
                      <a:pt x="1184" y="1"/>
                      <a:pt x="1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3" name="Google Shape;1133;p11"/>
              <p:cNvSpPr/>
              <p:nvPr/>
            </p:nvSpPr>
            <p:spPr>
              <a:xfrm rot="10800000" flipH="1">
                <a:off x="5183037" y="162033"/>
                <a:ext cx="36865" cy="30944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282" extrusionOk="0">
                    <a:moveTo>
                      <a:pt x="823" y="0"/>
                    </a:moveTo>
                    <a:cubicBezTo>
                      <a:pt x="311" y="0"/>
                      <a:pt x="0" y="614"/>
                      <a:pt x="347" y="1030"/>
                    </a:cubicBezTo>
                    <a:cubicBezTo>
                      <a:pt x="475" y="1204"/>
                      <a:pt x="658" y="1282"/>
                      <a:pt x="838" y="1282"/>
                    </a:cubicBezTo>
                    <a:cubicBezTo>
                      <a:pt x="1141" y="1282"/>
                      <a:pt x="1439" y="1064"/>
                      <a:pt x="1469" y="713"/>
                    </a:cubicBezTo>
                    <a:cubicBezTo>
                      <a:pt x="1518" y="347"/>
                      <a:pt x="1250" y="30"/>
                      <a:pt x="908" y="6"/>
                    </a:cubicBezTo>
                    <a:cubicBezTo>
                      <a:pt x="879" y="2"/>
                      <a:pt x="851" y="0"/>
                      <a:pt x="8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4" name="Google Shape;1134;p11"/>
              <p:cNvSpPr/>
              <p:nvPr/>
            </p:nvSpPr>
            <p:spPr>
              <a:xfrm rot="10800000" flipH="1">
                <a:off x="5579236" y="401070"/>
                <a:ext cx="36865" cy="30944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282" extrusionOk="0">
                    <a:moveTo>
                      <a:pt x="823" y="0"/>
                    </a:moveTo>
                    <a:cubicBezTo>
                      <a:pt x="311" y="0"/>
                      <a:pt x="0" y="614"/>
                      <a:pt x="347" y="1030"/>
                    </a:cubicBezTo>
                    <a:cubicBezTo>
                      <a:pt x="475" y="1204"/>
                      <a:pt x="658" y="1282"/>
                      <a:pt x="838" y="1282"/>
                    </a:cubicBezTo>
                    <a:cubicBezTo>
                      <a:pt x="1141" y="1282"/>
                      <a:pt x="1439" y="1064"/>
                      <a:pt x="1469" y="713"/>
                    </a:cubicBezTo>
                    <a:cubicBezTo>
                      <a:pt x="1518" y="347"/>
                      <a:pt x="1250" y="30"/>
                      <a:pt x="908" y="6"/>
                    </a:cubicBezTo>
                    <a:cubicBezTo>
                      <a:pt x="879" y="2"/>
                      <a:pt x="851" y="0"/>
                      <a:pt x="8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135" name="Google Shape;1135;p11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11"/>
          <p:cNvSpPr txBox="1">
            <a:spLocks noGrp="1"/>
          </p:cNvSpPr>
          <p:nvPr>
            <p:ph type="title" hasCustomPrompt="1"/>
          </p:nvPr>
        </p:nvSpPr>
        <p:spPr>
          <a:xfrm>
            <a:off x="1828800" y="2150284"/>
            <a:ext cx="8534400" cy="1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137" name="Google Shape;1137;p11"/>
          <p:cNvSpPr txBox="1">
            <a:spLocks noGrp="1"/>
          </p:cNvSpPr>
          <p:nvPr>
            <p:ph type="subTitle" idx="1"/>
          </p:nvPr>
        </p:nvSpPr>
        <p:spPr>
          <a:xfrm>
            <a:off x="1828800" y="4098116"/>
            <a:ext cx="85344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7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89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13"/>
          <p:cNvGrpSpPr/>
          <p:nvPr/>
        </p:nvGrpSpPr>
        <p:grpSpPr>
          <a:xfrm flipH="1">
            <a:off x="-365760" y="-121920"/>
            <a:ext cx="2545600" cy="4684600"/>
            <a:chOff x="7415784" y="-91440"/>
            <a:chExt cx="1909200" cy="3513450"/>
          </a:xfrm>
        </p:grpSpPr>
        <p:grpSp>
          <p:nvGrpSpPr>
            <p:cNvPr id="1142" name="Google Shape;1142;p13"/>
            <p:cNvGrpSpPr/>
            <p:nvPr/>
          </p:nvGrpSpPr>
          <p:grpSpPr>
            <a:xfrm>
              <a:off x="7415784" y="-91440"/>
              <a:ext cx="1909200" cy="3513450"/>
              <a:chOff x="7425300" y="-36825"/>
              <a:chExt cx="1909200" cy="3513450"/>
            </a:xfrm>
          </p:grpSpPr>
          <p:sp>
            <p:nvSpPr>
              <p:cNvPr id="1143" name="Google Shape;1143;p13"/>
              <p:cNvSpPr/>
              <p:nvPr/>
            </p:nvSpPr>
            <p:spPr>
              <a:xfrm>
                <a:off x="8167700" y="809625"/>
                <a:ext cx="11668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46672" h="106680" extrusionOk="0">
                    <a:moveTo>
                      <a:pt x="46672" y="0"/>
                    </a:moveTo>
                    <a:lnTo>
                      <a:pt x="25241" y="8573"/>
                    </a:lnTo>
                    <a:lnTo>
                      <a:pt x="10953" y="20955"/>
                    </a:lnTo>
                    <a:lnTo>
                      <a:pt x="24765" y="35243"/>
                    </a:lnTo>
                    <a:lnTo>
                      <a:pt x="25279" y="8531"/>
                    </a:lnTo>
                    <a:lnTo>
                      <a:pt x="45720" y="34766"/>
                    </a:lnTo>
                    <a:lnTo>
                      <a:pt x="24800" y="35207"/>
                    </a:lnTo>
                    <a:lnTo>
                      <a:pt x="0" y="63341"/>
                    </a:lnTo>
                    <a:lnTo>
                      <a:pt x="30114" y="86804"/>
                    </a:lnTo>
                    <a:lnTo>
                      <a:pt x="24800" y="35207"/>
                    </a:lnTo>
                    <a:lnTo>
                      <a:pt x="46672" y="58579"/>
                    </a:lnTo>
                    <a:lnTo>
                      <a:pt x="30003" y="86678"/>
                    </a:lnTo>
                    <a:lnTo>
                      <a:pt x="21907" y="106680"/>
                    </a:lnTo>
                    <a:lnTo>
                      <a:pt x="43338" y="97155"/>
                    </a:lnTo>
                    <a:lnTo>
                      <a:pt x="30061" y="8669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144" name="Google Shape;1144;p13"/>
              <p:cNvSpPr/>
              <p:nvPr/>
            </p:nvSpPr>
            <p:spPr>
              <a:xfrm>
                <a:off x="7425300" y="-36825"/>
                <a:ext cx="1889200" cy="1369125"/>
              </a:xfrm>
              <a:custGeom>
                <a:avLst/>
                <a:gdLst/>
                <a:ahLst/>
                <a:cxnLst/>
                <a:rect l="l" t="t" r="r" b="b"/>
                <a:pathLst>
                  <a:path w="75568" h="54765" extrusionOk="0">
                    <a:moveTo>
                      <a:pt x="54939" y="42520"/>
                    </a:moveTo>
                    <a:lnTo>
                      <a:pt x="37152" y="19050"/>
                    </a:lnTo>
                    <a:lnTo>
                      <a:pt x="75568" y="31153"/>
                    </a:lnTo>
                    <a:lnTo>
                      <a:pt x="73568" y="3999"/>
                    </a:lnTo>
                    <a:lnTo>
                      <a:pt x="37047" y="19050"/>
                    </a:lnTo>
                    <a:lnTo>
                      <a:pt x="34100" y="0"/>
                    </a:lnTo>
                    <a:lnTo>
                      <a:pt x="0" y="7051"/>
                    </a:lnTo>
                    <a:lnTo>
                      <a:pt x="37152" y="19155"/>
                    </a:lnTo>
                    <a:lnTo>
                      <a:pt x="40697" y="5476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145" name="Google Shape;1145;p13"/>
            <p:cNvGrpSpPr/>
            <p:nvPr/>
          </p:nvGrpSpPr>
          <p:grpSpPr>
            <a:xfrm>
              <a:off x="8323975" y="362525"/>
              <a:ext cx="607650" cy="2583450"/>
              <a:chOff x="8323975" y="362525"/>
              <a:chExt cx="607650" cy="2583450"/>
            </a:xfrm>
          </p:grpSpPr>
          <p:sp>
            <p:nvSpPr>
              <p:cNvPr id="1146" name="Google Shape;1146;p13"/>
              <p:cNvSpPr/>
              <p:nvPr/>
            </p:nvSpPr>
            <p:spPr>
              <a:xfrm>
                <a:off x="8323975" y="3625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7" name="Google Shape;1147;p13"/>
              <p:cNvSpPr/>
              <p:nvPr/>
            </p:nvSpPr>
            <p:spPr>
              <a:xfrm>
                <a:off x="8768050" y="9524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8" name="Google Shape;1148;p13"/>
              <p:cNvSpPr/>
              <p:nvPr/>
            </p:nvSpPr>
            <p:spPr>
              <a:xfrm>
                <a:off x="8420024" y="12635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9" name="Google Shape;1149;p13"/>
              <p:cNvSpPr/>
              <p:nvPr/>
            </p:nvSpPr>
            <p:spPr>
              <a:xfrm>
                <a:off x="8755175" y="16132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0" name="Google Shape;1150;p13"/>
              <p:cNvSpPr/>
              <p:nvPr/>
            </p:nvSpPr>
            <p:spPr>
              <a:xfrm>
                <a:off x="8886025" y="29003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151" name="Google Shape;1151;p13"/>
          <p:cNvGrpSpPr/>
          <p:nvPr/>
        </p:nvGrpSpPr>
        <p:grpSpPr>
          <a:xfrm>
            <a:off x="4542901" y="5761701"/>
            <a:ext cx="4557700" cy="1512367"/>
            <a:chOff x="3407175" y="4321275"/>
            <a:chExt cx="3418275" cy="1134275"/>
          </a:xfrm>
        </p:grpSpPr>
        <p:grpSp>
          <p:nvGrpSpPr>
            <p:cNvPr id="1152" name="Google Shape;1152;p13"/>
            <p:cNvGrpSpPr/>
            <p:nvPr/>
          </p:nvGrpSpPr>
          <p:grpSpPr>
            <a:xfrm>
              <a:off x="3407175" y="4337800"/>
              <a:ext cx="3418275" cy="1117750"/>
              <a:chOff x="3739913" y="4337800"/>
              <a:chExt cx="3418275" cy="1117750"/>
            </a:xfrm>
          </p:grpSpPr>
          <p:sp>
            <p:nvSpPr>
              <p:cNvPr id="1153" name="Google Shape;1153;p13"/>
              <p:cNvSpPr/>
              <p:nvPr/>
            </p:nvSpPr>
            <p:spPr>
              <a:xfrm>
                <a:off x="3739913" y="4337800"/>
                <a:ext cx="3112025" cy="1117750"/>
              </a:xfrm>
              <a:custGeom>
                <a:avLst/>
                <a:gdLst/>
                <a:ahLst/>
                <a:cxnLst/>
                <a:rect l="l" t="t" r="r" b="b"/>
                <a:pathLst>
                  <a:path w="124481" h="44710" extrusionOk="0">
                    <a:moveTo>
                      <a:pt x="124481" y="17672"/>
                    </a:moveTo>
                    <a:lnTo>
                      <a:pt x="107139" y="30422"/>
                    </a:lnTo>
                    <a:lnTo>
                      <a:pt x="94757" y="44710"/>
                    </a:lnTo>
                    <a:lnTo>
                      <a:pt x="80469" y="30898"/>
                    </a:lnTo>
                    <a:lnTo>
                      <a:pt x="107181" y="30384"/>
                    </a:lnTo>
                    <a:lnTo>
                      <a:pt x="104734" y="0"/>
                    </a:lnTo>
                    <a:lnTo>
                      <a:pt x="80505" y="30863"/>
                    </a:lnTo>
                    <a:lnTo>
                      <a:pt x="28039" y="39584"/>
                    </a:lnTo>
                    <a:lnTo>
                      <a:pt x="28908" y="25549"/>
                    </a:lnTo>
                    <a:lnTo>
                      <a:pt x="80505" y="30863"/>
                    </a:lnTo>
                    <a:lnTo>
                      <a:pt x="57233" y="15998"/>
                    </a:lnTo>
                    <a:lnTo>
                      <a:pt x="29034" y="25660"/>
                    </a:lnTo>
                    <a:lnTo>
                      <a:pt x="0" y="34801"/>
                    </a:lnTo>
                    <a:lnTo>
                      <a:pt x="18557" y="12325"/>
                    </a:lnTo>
                    <a:lnTo>
                      <a:pt x="29015" y="256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154" name="Google Shape;1154;p13"/>
              <p:cNvSpPr/>
              <p:nvPr/>
            </p:nvSpPr>
            <p:spPr>
              <a:xfrm>
                <a:off x="6362388" y="4341925"/>
                <a:ext cx="795800" cy="837025"/>
              </a:xfrm>
              <a:custGeom>
                <a:avLst/>
                <a:gdLst/>
                <a:ahLst/>
                <a:cxnLst/>
                <a:rect l="l" t="t" r="r" b="b"/>
                <a:pathLst>
                  <a:path w="31832" h="33481" extrusionOk="0">
                    <a:moveTo>
                      <a:pt x="0" y="0"/>
                    </a:moveTo>
                    <a:lnTo>
                      <a:pt x="19674" y="17507"/>
                    </a:lnTo>
                    <a:lnTo>
                      <a:pt x="31832" y="3348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155" name="Google Shape;1155;p13"/>
            <p:cNvGrpSpPr/>
            <p:nvPr/>
          </p:nvGrpSpPr>
          <p:grpSpPr>
            <a:xfrm>
              <a:off x="3852801" y="4321275"/>
              <a:ext cx="2252995" cy="802900"/>
              <a:chOff x="3852801" y="4321275"/>
              <a:chExt cx="2252995" cy="802900"/>
            </a:xfrm>
          </p:grpSpPr>
          <p:sp>
            <p:nvSpPr>
              <p:cNvPr id="1156" name="Google Shape;1156;p13"/>
              <p:cNvSpPr/>
              <p:nvPr/>
            </p:nvSpPr>
            <p:spPr>
              <a:xfrm>
                <a:off x="3852801" y="46308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7" name="Google Shape;1157;p13"/>
              <p:cNvSpPr/>
              <p:nvPr/>
            </p:nvSpPr>
            <p:spPr>
              <a:xfrm>
                <a:off x="4109400" y="49540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8" name="Google Shape;1158;p13"/>
              <p:cNvSpPr/>
              <p:nvPr/>
            </p:nvSpPr>
            <p:spPr>
              <a:xfrm>
                <a:off x="6004300" y="43212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9" name="Google Shape;1159;p13"/>
              <p:cNvSpPr/>
              <p:nvPr/>
            </p:nvSpPr>
            <p:spPr>
              <a:xfrm>
                <a:off x="6060196" y="50785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0" name="Google Shape;1160;p13"/>
              <p:cNvSpPr/>
              <p:nvPr/>
            </p:nvSpPr>
            <p:spPr>
              <a:xfrm>
                <a:off x="4818237" y="4721806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161" name="Google Shape;1161;p13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162" name="Google Shape;1162;p13"/>
          <p:cNvSpPr txBox="1">
            <a:spLocks noGrp="1"/>
          </p:cNvSpPr>
          <p:nvPr>
            <p:ph type="title" idx="2" hasCustomPrompt="1"/>
          </p:nvPr>
        </p:nvSpPr>
        <p:spPr>
          <a:xfrm>
            <a:off x="6394931" y="4862476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63" name="Google Shape;1163;p13"/>
          <p:cNvSpPr txBox="1">
            <a:spLocks noGrp="1"/>
          </p:cNvSpPr>
          <p:nvPr>
            <p:ph type="subTitle" idx="1"/>
          </p:nvPr>
        </p:nvSpPr>
        <p:spPr>
          <a:xfrm>
            <a:off x="7559036" y="4862481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164" name="Google Shape;1164;p13"/>
          <p:cNvSpPr txBox="1">
            <a:spLocks noGrp="1"/>
          </p:cNvSpPr>
          <p:nvPr>
            <p:ph type="title" idx="3" hasCustomPrompt="1"/>
          </p:nvPr>
        </p:nvSpPr>
        <p:spPr>
          <a:xfrm>
            <a:off x="6394931" y="3641569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65" name="Google Shape;1165;p13"/>
          <p:cNvSpPr txBox="1">
            <a:spLocks noGrp="1"/>
          </p:cNvSpPr>
          <p:nvPr>
            <p:ph type="subTitle" idx="4"/>
          </p:nvPr>
        </p:nvSpPr>
        <p:spPr>
          <a:xfrm>
            <a:off x="7559036" y="3641569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166" name="Google Shape;1166;p13"/>
          <p:cNvSpPr txBox="1">
            <a:spLocks noGrp="1"/>
          </p:cNvSpPr>
          <p:nvPr>
            <p:ph type="title" idx="5" hasCustomPrompt="1"/>
          </p:nvPr>
        </p:nvSpPr>
        <p:spPr>
          <a:xfrm>
            <a:off x="6394931" y="2422369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67" name="Google Shape;1167;p13"/>
          <p:cNvSpPr txBox="1">
            <a:spLocks noGrp="1"/>
          </p:cNvSpPr>
          <p:nvPr>
            <p:ph type="subTitle" idx="6"/>
          </p:nvPr>
        </p:nvSpPr>
        <p:spPr>
          <a:xfrm>
            <a:off x="7559036" y="2422369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168" name="Google Shape;1168;p13"/>
          <p:cNvSpPr txBox="1">
            <a:spLocks noGrp="1"/>
          </p:cNvSpPr>
          <p:nvPr>
            <p:ph type="title" idx="7" hasCustomPrompt="1"/>
          </p:nvPr>
        </p:nvSpPr>
        <p:spPr>
          <a:xfrm>
            <a:off x="1523764" y="4862476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69" name="Google Shape;1169;p13"/>
          <p:cNvSpPr txBox="1">
            <a:spLocks noGrp="1"/>
          </p:cNvSpPr>
          <p:nvPr>
            <p:ph type="subTitle" idx="8"/>
          </p:nvPr>
        </p:nvSpPr>
        <p:spPr>
          <a:xfrm>
            <a:off x="2687871" y="4862481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170" name="Google Shape;1170;p13"/>
          <p:cNvSpPr txBox="1">
            <a:spLocks noGrp="1"/>
          </p:cNvSpPr>
          <p:nvPr>
            <p:ph type="title" idx="9" hasCustomPrompt="1"/>
          </p:nvPr>
        </p:nvSpPr>
        <p:spPr>
          <a:xfrm>
            <a:off x="1523764" y="3641569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71" name="Google Shape;1171;p13"/>
          <p:cNvSpPr txBox="1">
            <a:spLocks noGrp="1"/>
          </p:cNvSpPr>
          <p:nvPr>
            <p:ph type="subTitle" idx="13"/>
          </p:nvPr>
        </p:nvSpPr>
        <p:spPr>
          <a:xfrm>
            <a:off x="2687871" y="3641569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172" name="Google Shape;1172;p13"/>
          <p:cNvSpPr txBox="1">
            <a:spLocks noGrp="1"/>
          </p:cNvSpPr>
          <p:nvPr>
            <p:ph type="title" idx="14" hasCustomPrompt="1"/>
          </p:nvPr>
        </p:nvSpPr>
        <p:spPr>
          <a:xfrm>
            <a:off x="1523764" y="2422369"/>
            <a:ext cx="853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73" name="Google Shape;1173;p13"/>
          <p:cNvSpPr txBox="1">
            <a:spLocks noGrp="1"/>
          </p:cNvSpPr>
          <p:nvPr>
            <p:ph type="subTitle" idx="15"/>
          </p:nvPr>
        </p:nvSpPr>
        <p:spPr>
          <a:xfrm>
            <a:off x="2687871" y="2422369"/>
            <a:ext cx="3170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5211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14"/>
          <p:cNvGrpSpPr/>
          <p:nvPr/>
        </p:nvGrpSpPr>
        <p:grpSpPr>
          <a:xfrm rot="5400000" flipH="1">
            <a:off x="-530697" y="987013"/>
            <a:ext cx="7019372" cy="10308204"/>
            <a:chOff x="-825491" y="-400170"/>
            <a:chExt cx="4053691" cy="5943840"/>
          </a:xfrm>
        </p:grpSpPr>
        <p:grpSp>
          <p:nvGrpSpPr>
            <p:cNvPr id="1176" name="Google Shape;1176;p14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1177" name="Google Shape;1177;p14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1178" name="Google Shape;1178;p14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79" name="Google Shape;1179;p14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0" name="Google Shape;1180;p14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1" name="Google Shape;1181;p14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2" name="Google Shape;1182;p14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3" name="Google Shape;1183;p14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4" name="Google Shape;1184;p14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5" name="Google Shape;1185;p14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6" name="Google Shape;1186;p14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7" name="Google Shape;1187;p14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8" name="Google Shape;1188;p14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9" name="Google Shape;1189;p14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0" name="Google Shape;1190;p14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1" name="Google Shape;1191;p14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2" name="Google Shape;1192;p14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3" name="Google Shape;1193;p14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194" name="Google Shape;1194;p14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195" name="Google Shape;1195;p14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1196" name="Google Shape;1196;p1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7" name="Google Shape;1197;p1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8" name="Google Shape;1198;p1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9" name="Google Shape;1199;p1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0" name="Google Shape;1200;p1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1" name="Google Shape;1201;p1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2" name="Google Shape;1202;p1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3" name="Google Shape;1203;p1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4" name="Google Shape;1204;p1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5" name="Google Shape;1205;p1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6" name="Google Shape;1206;p1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7" name="Google Shape;1207;p1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8" name="Google Shape;1208;p1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9" name="Google Shape;1209;p1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0" name="Google Shape;1210;p1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1" name="Google Shape;1211;p1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2" name="Google Shape;1212;p1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3" name="Google Shape;1213;p1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4" name="Google Shape;1214;p1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5" name="Google Shape;1215;p1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6" name="Google Shape;1216;p1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7" name="Google Shape;1217;p1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8" name="Google Shape;1218;p1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9" name="Google Shape;1219;p1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0" name="Google Shape;1220;p1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1" name="Google Shape;1221;p1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2" name="Google Shape;1222;p1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3" name="Google Shape;1223;p1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4" name="Google Shape;1224;p1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5" name="Google Shape;1225;p1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6" name="Google Shape;1226;p1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7" name="Google Shape;1227;p1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8" name="Google Shape;1228;p1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9" name="Google Shape;1229;p1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0" name="Google Shape;1230;p1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1" name="Google Shape;1231;p1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2" name="Google Shape;1232;p1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3" name="Google Shape;1233;p1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4" name="Google Shape;1234;p1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5" name="Google Shape;1235;p1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6" name="Google Shape;1236;p1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7" name="Google Shape;1237;p1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8" name="Google Shape;1238;p1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9" name="Google Shape;1239;p1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0" name="Google Shape;1240;p1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1" name="Google Shape;1241;p1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2" name="Google Shape;1242;p1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3" name="Google Shape;1243;p1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4" name="Google Shape;1244;p1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5" name="Google Shape;1245;p1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6" name="Google Shape;1246;p1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7" name="Google Shape;1247;p1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8" name="Google Shape;1248;p1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9" name="Google Shape;1249;p1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0" name="Google Shape;1250;p1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1" name="Google Shape;1251;p1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2" name="Google Shape;1252;p1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3" name="Google Shape;1253;p1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4" name="Google Shape;1254;p1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5" name="Google Shape;1255;p1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6" name="Google Shape;1256;p1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7" name="Google Shape;1257;p1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8" name="Google Shape;1258;p1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9" name="Google Shape;1259;p1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0" name="Google Shape;1260;p1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1" name="Google Shape;1261;p1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2" name="Google Shape;1262;p1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3" name="Google Shape;1263;p1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4" name="Google Shape;1264;p1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5" name="Google Shape;1265;p1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6" name="Google Shape;1266;p1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7" name="Google Shape;1267;p1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8" name="Google Shape;1268;p1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9" name="Google Shape;1269;p1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0" name="Google Shape;1270;p1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1" name="Google Shape;1271;p1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2" name="Google Shape;1272;p1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3" name="Google Shape;1273;p1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4" name="Google Shape;1274;p1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5" name="Google Shape;1275;p1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6" name="Google Shape;1276;p1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7" name="Google Shape;1277;p1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8" name="Google Shape;1278;p1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9" name="Google Shape;1279;p1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0" name="Google Shape;1280;p1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1" name="Google Shape;1281;p1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2" name="Google Shape;1282;p1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3" name="Google Shape;1283;p1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4" name="Google Shape;1284;p1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5" name="Google Shape;1285;p1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6" name="Google Shape;1286;p1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7" name="Google Shape;1287;p1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8" name="Google Shape;1288;p1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9" name="Google Shape;1289;p1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0" name="Google Shape;1290;p1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1" name="Google Shape;1291;p1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2" name="Google Shape;1292;p1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3" name="Google Shape;1293;p1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4" name="Google Shape;1294;p1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5" name="Google Shape;1295;p1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6" name="Google Shape;1296;p1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7" name="Google Shape;1297;p1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8" name="Google Shape;1298;p1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9" name="Google Shape;1299;p1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0" name="Google Shape;1300;p1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1" name="Google Shape;1301;p1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2" name="Google Shape;1302;p1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3" name="Google Shape;1303;p1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4" name="Google Shape;1304;p1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5" name="Google Shape;1305;p1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6" name="Google Shape;1306;p1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7" name="Google Shape;1307;p1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8" name="Google Shape;1308;p1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9" name="Google Shape;1309;p1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0" name="Google Shape;1310;p1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1" name="Google Shape;1311;p1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2" name="Google Shape;1312;p1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3" name="Google Shape;1313;p1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314" name="Google Shape;131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4"/>
          <p:cNvSpPr txBox="1">
            <a:spLocks noGrp="1"/>
          </p:cNvSpPr>
          <p:nvPr>
            <p:ph type="title"/>
          </p:nvPr>
        </p:nvSpPr>
        <p:spPr>
          <a:xfrm>
            <a:off x="5452300" y="4282408"/>
            <a:ext cx="4876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316" name="Google Shape;1316;p14"/>
          <p:cNvSpPr txBox="1">
            <a:spLocks noGrp="1"/>
          </p:cNvSpPr>
          <p:nvPr>
            <p:ph type="subTitle" idx="1"/>
          </p:nvPr>
        </p:nvSpPr>
        <p:spPr>
          <a:xfrm>
            <a:off x="5452300" y="1843993"/>
            <a:ext cx="4876800" cy="19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55690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15"/>
          <p:cNvGrpSpPr/>
          <p:nvPr/>
        </p:nvGrpSpPr>
        <p:grpSpPr>
          <a:xfrm>
            <a:off x="-307578" y="4621737"/>
            <a:ext cx="5109867" cy="2428867"/>
            <a:chOff x="-240925" y="3502150"/>
            <a:chExt cx="3832400" cy="1821650"/>
          </a:xfrm>
        </p:grpSpPr>
        <p:grpSp>
          <p:nvGrpSpPr>
            <p:cNvPr id="1319" name="Google Shape;1319;p15"/>
            <p:cNvGrpSpPr/>
            <p:nvPr/>
          </p:nvGrpSpPr>
          <p:grpSpPr>
            <a:xfrm>
              <a:off x="-240925" y="3502150"/>
              <a:ext cx="3832400" cy="1821650"/>
              <a:chOff x="-240925" y="3502150"/>
              <a:chExt cx="3832400" cy="1821650"/>
            </a:xfrm>
          </p:grpSpPr>
          <p:sp>
            <p:nvSpPr>
              <p:cNvPr id="1320" name="Google Shape;1320;p15"/>
              <p:cNvSpPr/>
              <p:nvPr/>
            </p:nvSpPr>
            <p:spPr>
              <a:xfrm>
                <a:off x="-182875" y="3502150"/>
                <a:ext cx="2809875" cy="1821650"/>
              </a:xfrm>
              <a:custGeom>
                <a:avLst/>
                <a:gdLst/>
                <a:ahLst/>
                <a:cxnLst/>
                <a:rect l="l" t="t" r="r" b="b"/>
                <a:pathLst>
                  <a:path w="112395" h="72866" extrusionOk="0">
                    <a:moveTo>
                      <a:pt x="112395" y="72866"/>
                    </a:moveTo>
                    <a:lnTo>
                      <a:pt x="77628" y="60008"/>
                    </a:lnTo>
                    <a:lnTo>
                      <a:pt x="46177" y="70012"/>
                    </a:lnTo>
                    <a:lnTo>
                      <a:pt x="41557" y="45294"/>
                    </a:lnTo>
                    <a:lnTo>
                      <a:pt x="20955" y="55721"/>
                    </a:lnTo>
                    <a:lnTo>
                      <a:pt x="13811" y="30004"/>
                    </a:lnTo>
                    <a:lnTo>
                      <a:pt x="21907" y="1333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321" name="Google Shape;1321;p15"/>
              <p:cNvSpPr/>
              <p:nvPr/>
            </p:nvSpPr>
            <p:spPr>
              <a:xfrm>
                <a:off x="-173700" y="3507450"/>
                <a:ext cx="3765175" cy="1776125"/>
              </a:xfrm>
              <a:custGeom>
                <a:avLst/>
                <a:gdLst/>
                <a:ahLst/>
                <a:cxnLst/>
                <a:rect l="l" t="t" r="r" b="b"/>
                <a:pathLst>
                  <a:path w="150607" h="71045" extrusionOk="0">
                    <a:moveTo>
                      <a:pt x="0" y="0"/>
                    </a:moveTo>
                    <a:lnTo>
                      <a:pt x="13354" y="29842"/>
                    </a:lnTo>
                    <a:lnTo>
                      <a:pt x="41238" y="45047"/>
                    </a:lnTo>
                    <a:lnTo>
                      <a:pt x="28912" y="71045"/>
                    </a:lnTo>
                    <a:lnTo>
                      <a:pt x="20593" y="55512"/>
                    </a:lnTo>
                    <a:lnTo>
                      <a:pt x="77321" y="59839"/>
                    </a:lnTo>
                    <a:lnTo>
                      <a:pt x="104663" y="51323"/>
                    </a:lnTo>
                    <a:lnTo>
                      <a:pt x="121696" y="70373"/>
                    </a:lnTo>
                    <a:lnTo>
                      <a:pt x="140970" y="60960"/>
                    </a:lnTo>
                    <a:lnTo>
                      <a:pt x="150607" y="683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322" name="Google Shape;1322;p15"/>
              <p:cNvSpPr/>
              <p:nvPr/>
            </p:nvSpPr>
            <p:spPr>
              <a:xfrm>
                <a:off x="-240925" y="4252925"/>
                <a:ext cx="582050" cy="778525"/>
              </a:xfrm>
              <a:custGeom>
                <a:avLst/>
                <a:gdLst/>
                <a:ahLst/>
                <a:cxnLst/>
                <a:rect l="l" t="t" r="r" b="b"/>
                <a:pathLst>
                  <a:path w="23282" h="31141" extrusionOk="0">
                    <a:moveTo>
                      <a:pt x="16114" y="0"/>
                    </a:moveTo>
                    <a:lnTo>
                      <a:pt x="0" y="12091"/>
                    </a:lnTo>
                    <a:lnTo>
                      <a:pt x="2017" y="31141"/>
                    </a:lnTo>
                    <a:lnTo>
                      <a:pt x="23282" y="25622"/>
                    </a:lnTo>
                    <a:lnTo>
                      <a:pt x="224" y="1231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cxnSp>
            <p:nvCxnSpPr>
              <p:cNvPr id="1323" name="Google Shape;1323;p15"/>
              <p:cNvCxnSpPr/>
              <p:nvPr/>
            </p:nvCxnSpPr>
            <p:spPr>
              <a:xfrm flipH="1">
                <a:off x="2005275" y="4791150"/>
                <a:ext cx="444000" cy="4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1324" name="Google Shape;1324;p15"/>
            <p:cNvGrpSpPr/>
            <p:nvPr/>
          </p:nvGrpSpPr>
          <p:grpSpPr>
            <a:xfrm>
              <a:off x="137875" y="3820221"/>
              <a:ext cx="2319521" cy="1201050"/>
              <a:chOff x="137875" y="3820221"/>
              <a:chExt cx="2319521" cy="1201050"/>
            </a:xfrm>
          </p:grpSpPr>
          <p:sp>
            <p:nvSpPr>
              <p:cNvPr id="1325" name="Google Shape;1325;p15"/>
              <p:cNvSpPr/>
              <p:nvPr/>
            </p:nvSpPr>
            <p:spPr>
              <a:xfrm>
                <a:off x="137875" y="42313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6" name="Google Shape;1326;p15"/>
              <p:cNvSpPr/>
              <p:nvPr/>
            </p:nvSpPr>
            <p:spPr>
              <a:xfrm>
                <a:off x="347246" y="382022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7" name="Google Shape;1327;p15"/>
              <p:cNvSpPr/>
              <p:nvPr/>
            </p:nvSpPr>
            <p:spPr>
              <a:xfrm>
                <a:off x="829925" y="46169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8" name="Google Shape;1328;p15"/>
              <p:cNvSpPr/>
              <p:nvPr/>
            </p:nvSpPr>
            <p:spPr>
              <a:xfrm>
                <a:off x="316650" y="4869775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9" name="Google Shape;1329;p15"/>
              <p:cNvSpPr/>
              <p:nvPr/>
            </p:nvSpPr>
            <p:spPr>
              <a:xfrm>
                <a:off x="1744096" y="49846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0" name="Google Shape;1330;p15"/>
              <p:cNvSpPr/>
              <p:nvPr/>
            </p:nvSpPr>
            <p:spPr>
              <a:xfrm>
                <a:off x="2420796" y="47752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331" name="Google Shape;133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4660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4" name="Google Shape;133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5906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7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168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1" name="Google Shape;1341;p18"/>
          <p:cNvGrpSpPr/>
          <p:nvPr/>
        </p:nvGrpSpPr>
        <p:grpSpPr>
          <a:xfrm>
            <a:off x="3730601" y="-294631"/>
            <a:ext cx="8524900" cy="7447264"/>
            <a:chOff x="2797950" y="-220973"/>
            <a:chExt cx="6393675" cy="5585448"/>
          </a:xfrm>
        </p:grpSpPr>
        <p:grpSp>
          <p:nvGrpSpPr>
            <p:cNvPr id="1342" name="Google Shape;1342;p18"/>
            <p:cNvGrpSpPr/>
            <p:nvPr/>
          </p:nvGrpSpPr>
          <p:grpSpPr>
            <a:xfrm>
              <a:off x="2797950" y="4230198"/>
              <a:ext cx="3548100" cy="1134277"/>
              <a:chOff x="3277350" y="4321275"/>
              <a:chExt cx="3548100" cy="1134277"/>
            </a:xfrm>
          </p:grpSpPr>
          <p:grpSp>
            <p:nvGrpSpPr>
              <p:cNvPr id="1343" name="Google Shape;1343;p18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1344" name="Google Shape;1344;p18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45" name="Google Shape;1345;p18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346" name="Google Shape;1346;p18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347" name="Google Shape;1347;p18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48" name="Google Shape;1348;p18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49" name="Google Shape;1349;p18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0" name="Google Shape;1350;p18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1" name="Google Shape;1351;p18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352" name="Google Shape;1352;p18"/>
            <p:cNvGrpSpPr/>
            <p:nvPr/>
          </p:nvGrpSpPr>
          <p:grpSpPr>
            <a:xfrm rot="5400000" flipH="1">
              <a:off x="6439460" y="-1314474"/>
              <a:ext cx="1658665" cy="3845666"/>
              <a:chOff x="7666319" y="-423656"/>
              <a:chExt cx="1658665" cy="3845666"/>
            </a:xfrm>
          </p:grpSpPr>
          <p:grpSp>
            <p:nvGrpSpPr>
              <p:cNvPr id="1353" name="Google Shape;1353;p18"/>
              <p:cNvGrpSpPr/>
              <p:nvPr/>
            </p:nvGrpSpPr>
            <p:grpSpPr>
              <a:xfrm>
                <a:off x="7666319" y="-423656"/>
                <a:ext cx="1658665" cy="3845666"/>
                <a:chOff x="7675835" y="-369041"/>
                <a:chExt cx="1658665" cy="3845666"/>
              </a:xfrm>
            </p:grpSpPr>
            <p:sp>
              <p:nvSpPr>
                <p:cNvPr id="1354" name="Google Shape;1354;p18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55" name="Google Shape;1355;p18"/>
                <p:cNvSpPr/>
                <p:nvPr/>
              </p:nvSpPr>
              <p:spPr>
                <a:xfrm>
                  <a:off x="7675835" y="-369041"/>
                  <a:ext cx="1638675" cy="170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47" h="68054" extrusionOk="0">
                      <a:moveTo>
                        <a:pt x="44918" y="55809"/>
                      </a:moveTo>
                      <a:lnTo>
                        <a:pt x="27131" y="32339"/>
                      </a:lnTo>
                      <a:lnTo>
                        <a:pt x="65547" y="44442"/>
                      </a:lnTo>
                      <a:lnTo>
                        <a:pt x="64294" y="8096"/>
                      </a:lnTo>
                      <a:lnTo>
                        <a:pt x="27026" y="32339"/>
                      </a:lnTo>
                      <a:lnTo>
                        <a:pt x="24289" y="0"/>
                      </a:lnTo>
                      <a:lnTo>
                        <a:pt x="0" y="35719"/>
                      </a:lnTo>
                      <a:lnTo>
                        <a:pt x="27131" y="32444"/>
                      </a:lnTo>
                      <a:lnTo>
                        <a:pt x="30676" y="680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356" name="Google Shape;1356;p18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1357" name="Google Shape;1357;p18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8" name="Google Shape;1358;p18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9" name="Google Shape;1359;p18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0" name="Google Shape;1360;p18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1" name="Google Shape;1361;p18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1362" name="Google Shape;1362;p18"/>
          <p:cNvSpPr txBox="1">
            <a:spLocks noGrp="1"/>
          </p:cNvSpPr>
          <p:nvPr>
            <p:ph type="title"/>
          </p:nvPr>
        </p:nvSpPr>
        <p:spPr>
          <a:xfrm>
            <a:off x="950967" y="1783113"/>
            <a:ext cx="4901200" cy="20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363" name="Google Shape;1363;p18"/>
          <p:cNvSpPr txBox="1">
            <a:spLocks noGrp="1"/>
          </p:cNvSpPr>
          <p:nvPr>
            <p:ph type="subTitle" idx="1"/>
          </p:nvPr>
        </p:nvSpPr>
        <p:spPr>
          <a:xfrm>
            <a:off x="950967" y="4099688"/>
            <a:ext cx="4901200" cy="9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364" name="Google Shape;1364;p18"/>
          <p:cNvSpPr>
            <a:spLocks noGrp="1"/>
          </p:cNvSpPr>
          <p:nvPr>
            <p:ph type="pic" idx="2"/>
          </p:nvPr>
        </p:nvSpPr>
        <p:spPr>
          <a:xfrm>
            <a:off x="6334133" y="719333"/>
            <a:ext cx="4906800" cy="5419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21683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9"/>
          <p:cNvSpPr txBox="1">
            <a:spLocks noGrp="1"/>
          </p:cNvSpPr>
          <p:nvPr>
            <p:ph type="title"/>
          </p:nvPr>
        </p:nvSpPr>
        <p:spPr>
          <a:xfrm>
            <a:off x="950967" y="2423251"/>
            <a:ext cx="49012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368" name="Google Shape;1368;p19"/>
          <p:cNvSpPr txBox="1">
            <a:spLocks noGrp="1"/>
          </p:cNvSpPr>
          <p:nvPr>
            <p:ph type="subTitle" idx="1"/>
          </p:nvPr>
        </p:nvSpPr>
        <p:spPr>
          <a:xfrm>
            <a:off x="950967" y="3459551"/>
            <a:ext cx="4901200" cy="9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369" name="Google Shape;1369;p19"/>
          <p:cNvGrpSpPr/>
          <p:nvPr/>
        </p:nvGrpSpPr>
        <p:grpSpPr>
          <a:xfrm>
            <a:off x="7127945" y="-294631"/>
            <a:ext cx="5127555" cy="7447264"/>
            <a:chOff x="5345959" y="-220973"/>
            <a:chExt cx="3845666" cy="5585448"/>
          </a:xfrm>
        </p:grpSpPr>
        <p:grpSp>
          <p:nvGrpSpPr>
            <p:cNvPr id="1370" name="Google Shape;1370;p19"/>
            <p:cNvGrpSpPr/>
            <p:nvPr/>
          </p:nvGrpSpPr>
          <p:grpSpPr>
            <a:xfrm>
              <a:off x="5643525" y="4230198"/>
              <a:ext cx="3548100" cy="1134277"/>
              <a:chOff x="3277350" y="4321275"/>
              <a:chExt cx="3548100" cy="1134277"/>
            </a:xfrm>
          </p:grpSpPr>
          <p:grpSp>
            <p:nvGrpSpPr>
              <p:cNvPr id="1371" name="Google Shape;1371;p19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1372" name="Google Shape;1372;p19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73" name="Google Shape;1373;p19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374" name="Google Shape;1374;p19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375" name="Google Shape;1375;p19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6" name="Google Shape;1376;p19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7" name="Google Shape;1377;p19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8" name="Google Shape;1378;p19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9" name="Google Shape;1379;p19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380" name="Google Shape;1380;p19"/>
            <p:cNvGrpSpPr/>
            <p:nvPr/>
          </p:nvGrpSpPr>
          <p:grpSpPr>
            <a:xfrm rot="5400000" flipH="1">
              <a:off x="6439460" y="-1314474"/>
              <a:ext cx="1658665" cy="3845666"/>
              <a:chOff x="7666319" y="-423656"/>
              <a:chExt cx="1658665" cy="3845666"/>
            </a:xfrm>
          </p:grpSpPr>
          <p:grpSp>
            <p:nvGrpSpPr>
              <p:cNvPr id="1381" name="Google Shape;1381;p19"/>
              <p:cNvGrpSpPr/>
              <p:nvPr/>
            </p:nvGrpSpPr>
            <p:grpSpPr>
              <a:xfrm>
                <a:off x="7666319" y="-423656"/>
                <a:ext cx="1658665" cy="3845666"/>
                <a:chOff x="7675835" y="-369041"/>
                <a:chExt cx="1658665" cy="3845666"/>
              </a:xfrm>
            </p:grpSpPr>
            <p:sp>
              <p:nvSpPr>
                <p:cNvPr id="1382" name="Google Shape;1382;p19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83" name="Google Shape;1383;p19"/>
                <p:cNvSpPr/>
                <p:nvPr/>
              </p:nvSpPr>
              <p:spPr>
                <a:xfrm>
                  <a:off x="7675835" y="-369041"/>
                  <a:ext cx="1638675" cy="170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47" h="68054" extrusionOk="0">
                      <a:moveTo>
                        <a:pt x="44918" y="55809"/>
                      </a:moveTo>
                      <a:lnTo>
                        <a:pt x="27131" y="32339"/>
                      </a:lnTo>
                      <a:lnTo>
                        <a:pt x="65547" y="44442"/>
                      </a:lnTo>
                      <a:lnTo>
                        <a:pt x="64294" y="8096"/>
                      </a:lnTo>
                      <a:lnTo>
                        <a:pt x="27026" y="32339"/>
                      </a:lnTo>
                      <a:lnTo>
                        <a:pt x="24289" y="0"/>
                      </a:lnTo>
                      <a:lnTo>
                        <a:pt x="0" y="35719"/>
                      </a:lnTo>
                      <a:lnTo>
                        <a:pt x="27131" y="32444"/>
                      </a:lnTo>
                      <a:lnTo>
                        <a:pt x="30676" y="680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384" name="Google Shape;1384;p19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1385" name="Google Shape;1385;p19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86" name="Google Shape;1386;p19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87" name="Google Shape;1387;p19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88" name="Google Shape;1388;p19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89" name="Google Shape;1389;p19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68309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20"/>
          <p:cNvGrpSpPr/>
          <p:nvPr/>
        </p:nvGrpSpPr>
        <p:grpSpPr>
          <a:xfrm>
            <a:off x="-574277" y="3143268"/>
            <a:ext cx="6419433" cy="3907337"/>
            <a:chOff x="-242589" y="2357450"/>
            <a:chExt cx="4814575" cy="2930503"/>
          </a:xfrm>
        </p:grpSpPr>
        <p:grpSp>
          <p:nvGrpSpPr>
            <p:cNvPr id="1392" name="Google Shape;1392;p20"/>
            <p:cNvGrpSpPr/>
            <p:nvPr/>
          </p:nvGrpSpPr>
          <p:grpSpPr>
            <a:xfrm>
              <a:off x="-242589" y="2357450"/>
              <a:ext cx="4802683" cy="2930503"/>
              <a:chOff x="-230683" y="2357450"/>
              <a:chExt cx="4802683" cy="2930503"/>
            </a:xfrm>
          </p:grpSpPr>
          <p:grpSp>
            <p:nvGrpSpPr>
              <p:cNvPr id="1393" name="Google Shape;1393;p20"/>
              <p:cNvGrpSpPr/>
              <p:nvPr/>
            </p:nvGrpSpPr>
            <p:grpSpPr>
              <a:xfrm>
                <a:off x="-230683" y="3466303"/>
                <a:ext cx="3832400" cy="1821650"/>
                <a:chOff x="-240925" y="3502150"/>
                <a:chExt cx="3832400" cy="1821650"/>
              </a:xfrm>
            </p:grpSpPr>
            <p:sp>
              <p:nvSpPr>
                <p:cNvPr id="1394" name="Google Shape;1394;p20"/>
                <p:cNvSpPr/>
                <p:nvPr/>
              </p:nvSpPr>
              <p:spPr>
                <a:xfrm>
                  <a:off x="-182875" y="3502150"/>
                  <a:ext cx="2809875" cy="182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95" h="72866" extrusionOk="0">
                      <a:moveTo>
                        <a:pt x="112395" y="72866"/>
                      </a:moveTo>
                      <a:lnTo>
                        <a:pt x="77628" y="60008"/>
                      </a:lnTo>
                      <a:lnTo>
                        <a:pt x="46177" y="70012"/>
                      </a:lnTo>
                      <a:lnTo>
                        <a:pt x="41557" y="45294"/>
                      </a:lnTo>
                      <a:lnTo>
                        <a:pt x="20955" y="55721"/>
                      </a:lnTo>
                      <a:lnTo>
                        <a:pt x="13811" y="30004"/>
                      </a:lnTo>
                      <a:lnTo>
                        <a:pt x="21907" y="1333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95" name="Google Shape;1395;p20"/>
                <p:cNvSpPr/>
                <p:nvPr/>
              </p:nvSpPr>
              <p:spPr>
                <a:xfrm>
                  <a:off x="-173700" y="3507450"/>
                  <a:ext cx="3765175" cy="177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07" h="71045" extrusionOk="0">
                      <a:moveTo>
                        <a:pt x="0" y="0"/>
                      </a:moveTo>
                      <a:lnTo>
                        <a:pt x="13354" y="29842"/>
                      </a:lnTo>
                      <a:lnTo>
                        <a:pt x="41238" y="45047"/>
                      </a:lnTo>
                      <a:lnTo>
                        <a:pt x="28912" y="71045"/>
                      </a:lnTo>
                      <a:lnTo>
                        <a:pt x="20593" y="55512"/>
                      </a:lnTo>
                      <a:lnTo>
                        <a:pt x="77321" y="59839"/>
                      </a:lnTo>
                      <a:lnTo>
                        <a:pt x="104663" y="51323"/>
                      </a:lnTo>
                      <a:lnTo>
                        <a:pt x="121696" y="70373"/>
                      </a:lnTo>
                      <a:lnTo>
                        <a:pt x="140970" y="60960"/>
                      </a:lnTo>
                      <a:lnTo>
                        <a:pt x="150607" y="683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396" name="Google Shape;1396;p20"/>
                <p:cNvSpPr/>
                <p:nvPr/>
              </p:nvSpPr>
              <p:spPr>
                <a:xfrm>
                  <a:off x="-240925" y="4252925"/>
                  <a:ext cx="582050" cy="77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82" h="31141" extrusionOk="0">
                      <a:moveTo>
                        <a:pt x="16114" y="0"/>
                      </a:moveTo>
                      <a:lnTo>
                        <a:pt x="0" y="12091"/>
                      </a:lnTo>
                      <a:lnTo>
                        <a:pt x="2017" y="31141"/>
                      </a:lnTo>
                      <a:lnTo>
                        <a:pt x="23282" y="25622"/>
                      </a:lnTo>
                      <a:lnTo>
                        <a:pt x="224" y="1231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cxnSp>
              <p:nvCxnSpPr>
                <p:cNvPr id="1397" name="Google Shape;1397;p20"/>
                <p:cNvCxnSpPr/>
                <p:nvPr/>
              </p:nvCxnSpPr>
              <p:spPr>
                <a:xfrm flipH="1">
                  <a:off x="2005275" y="4791150"/>
                  <a:ext cx="444000" cy="47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cxnSp>
          </p:grpSp>
          <p:sp>
            <p:nvSpPr>
              <p:cNvPr id="1398" name="Google Shape;1398;p20"/>
              <p:cNvSpPr/>
              <p:nvPr/>
            </p:nvSpPr>
            <p:spPr>
              <a:xfrm>
                <a:off x="-169425" y="2357450"/>
                <a:ext cx="1033425" cy="2246575"/>
              </a:xfrm>
              <a:custGeom>
                <a:avLst/>
                <a:gdLst/>
                <a:ahLst/>
                <a:cxnLst/>
                <a:rect l="l" t="t" r="r" b="b"/>
                <a:pathLst>
                  <a:path w="41337" h="89863" extrusionOk="0">
                    <a:moveTo>
                      <a:pt x="41337" y="89863"/>
                    </a:moveTo>
                    <a:lnTo>
                      <a:pt x="21714" y="57664"/>
                    </a:lnTo>
                    <a:lnTo>
                      <a:pt x="30494" y="31432"/>
                    </a:lnTo>
                    <a:lnTo>
                      <a:pt x="0" y="44514"/>
                    </a:lnTo>
                    <a:lnTo>
                      <a:pt x="3443" y="0"/>
                    </a:lnTo>
                    <a:lnTo>
                      <a:pt x="30018" y="314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dist="19050" dir="5400000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399" name="Google Shape;1399;p20"/>
              <p:cNvSpPr/>
              <p:nvPr/>
            </p:nvSpPr>
            <p:spPr>
              <a:xfrm>
                <a:off x="2878725" y="4714875"/>
                <a:ext cx="1693275" cy="518575"/>
              </a:xfrm>
              <a:custGeom>
                <a:avLst/>
                <a:gdLst/>
                <a:ahLst/>
                <a:cxnLst/>
                <a:rect l="l" t="t" r="r" b="b"/>
                <a:pathLst>
                  <a:path w="67731" h="20743" extrusionOk="0">
                    <a:moveTo>
                      <a:pt x="0" y="20743"/>
                    </a:moveTo>
                    <a:lnTo>
                      <a:pt x="2485" y="5715"/>
                    </a:lnTo>
                    <a:lnTo>
                      <a:pt x="19177" y="11154"/>
                    </a:lnTo>
                    <a:lnTo>
                      <a:pt x="67731" y="0"/>
                    </a:lnTo>
                    <a:lnTo>
                      <a:pt x="54872" y="20003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dist="19050" dir="5400000" algn="bl" rotWithShape="0">
                  <a:schemeClr val="lt2">
                    <a:alpha val="85000"/>
                  </a:schemeClr>
                </a:outerShdw>
              </a:effectLst>
            </p:spPr>
          </p:sp>
          <p:cxnSp>
            <p:nvCxnSpPr>
              <p:cNvPr id="1400" name="Google Shape;1400;p20"/>
              <p:cNvCxnSpPr/>
              <p:nvPr/>
            </p:nvCxnSpPr>
            <p:spPr>
              <a:xfrm flipH="1">
                <a:off x="2136225" y="4860075"/>
                <a:ext cx="804000" cy="23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dist="19050" dir="5400000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1401" name="Google Shape;1401;p20"/>
            <p:cNvGrpSpPr/>
            <p:nvPr/>
          </p:nvGrpSpPr>
          <p:grpSpPr>
            <a:xfrm>
              <a:off x="133077" y="3124643"/>
              <a:ext cx="4438908" cy="1858275"/>
              <a:chOff x="133077" y="3124643"/>
              <a:chExt cx="4438908" cy="1858275"/>
            </a:xfrm>
          </p:grpSpPr>
          <p:sp>
            <p:nvSpPr>
              <p:cNvPr id="1402" name="Google Shape;1402;p20"/>
              <p:cNvSpPr/>
              <p:nvPr/>
            </p:nvSpPr>
            <p:spPr>
              <a:xfrm>
                <a:off x="133077" y="4192997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3" name="Google Shape;1403;p20"/>
              <p:cNvSpPr/>
              <p:nvPr/>
            </p:nvSpPr>
            <p:spPr>
              <a:xfrm>
                <a:off x="342449" y="3781868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4" name="Google Shape;1404;p20"/>
              <p:cNvSpPr/>
              <p:nvPr/>
            </p:nvSpPr>
            <p:spPr>
              <a:xfrm>
                <a:off x="825127" y="4578597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5" name="Google Shape;1405;p20"/>
              <p:cNvSpPr/>
              <p:nvPr/>
            </p:nvSpPr>
            <p:spPr>
              <a:xfrm>
                <a:off x="311852" y="4831422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6" name="Google Shape;1406;p20"/>
              <p:cNvSpPr/>
              <p:nvPr/>
            </p:nvSpPr>
            <p:spPr>
              <a:xfrm>
                <a:off x="1739299" y="4946318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7" name="Google Shape;1407;p20"/>
              <p:cNvSpPr/>
              <p:nvPr/>
            </p:nvSpPr>
            <p:spPr>
              <a:xfrm>
                <a:off x="2418486" y="4736918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8" name="Google Shape;1408;p20"/>
              <p:cNvSpPr/>
              <p:nvPr/>
            </p:nvSpPr>
            <p:spPr>
              <a:xfrm>
                <a:off x="553899" y="3124643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9" name="Google Shape;1409;p20"/>
              <p:cNvSpPr/>
              <p:nvPr/>
            </p:nvSpPr>
            <p:spPr>
              <a:xfrm>
                <a:off x="2908411" y="4843418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0" name="Google Shape;1410;p20"/>
              <p:cNvSpPr/>
              <p:nvPr/>
            </p:nvSpPr>
            <p:spPr>
              <a:xfrm>
                <a:off x="4535386" y="4700318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411" name="Google Shape;1411;p20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2" name="Google Shape;1412;p20"/>
          <p:cNvGrpSpPr/>
          <p:nvPr/>
        </p:nvGrpSpPr>
        <p:grpSpPr>
          <a:xfrm rot="10800000">
            <a:off x="3730600" y="-426719"/>
            <a:ext cx="4730800" cy="1512369"/>
            <a:chOff x="3277350" y="4321275"/>
            <a:chExt cx="3548100" cy="1134277"/>
          </a:xfrm>
        </p:grpSpPr>
        <p:grpSp>
          <p:nvGrpSpPr>
            <p:cNvPr id="1413" name="Google Shape;1413;p20"/>
            <p:cNvGrpSpPr/>
            <p:nvPr/>
          </p:nvGrpSpPr>
          <p:grpSpPr>
            <a:xfrm>
              <a:off x="3277350" y="4337802"/>
              <a:ext cx="3548100" cy="1117750"/>
              <a:chOff x="3610088" y="4337802"/>
              <a:chExt cx="3548100" cy="1117750"/>
            </a:xfrm>
          </p:grpSpPr>
          <p:sp>
            <p:nvSpPr>
              <p:cNvPr id="1414" name="Google Shape;1414;p20"/>
              <p:cNvSpPr/>
              <p:nvPr/>
            </p:nvSpPr>
            <p:spPr>
              <a:xfrm>
                <a:off x="3610088" y="4337802"/>
                <a:ext cx="3241850" cy="1117750"/>
              </a:xfrm>
              <a:custGeom>
                <a:avLst/>
                <a:gdLst/>
                <a:ahLst/>
                <a:cxnLst/>
                <a:rect l="l" t="t" r="r" b="b"/>
                <a:pathLst>
                  <a:path w="129674" h="44710" extrusionOk="0">
                    <a:moveTo>
                      <a:pt x="129674" y="17672"/>
                    </a:moveTo>
                    <a:lnTo>
                      <a:pt x="112332" y="30422"/>
                    </a:lnTo>
                    <a:lnTo>
                      <a:pt x="99950" y="44710"/>
                    </a:lnTo>
                    <a:lnTo>
                      <a:pt x="85662" y="30898"/>
                    </a:lnTo>
                    <a:lnTo>
                      <a:pt x="112374" y="30384"/>
                    </a:lnTo>
                    <a:lnTo>
                      <a:pt x="109927" y="0"/>
                    </a:lnTo>
                    <a:lnTo>
                      <a:pt x="85698" y="30863"/>
                    </a:lnTo>
                    <a:lnTo>
                      <a:pt x="33232" y="39584"/>
                    </a:lnTo>
                    <a:lnTo>
                      <a:pt x="34101" y="25549"/>
                    </a:lnTo>
                    <a:lnTo>
                      <a:pt x="85698" y="30863"/>
                    </a:lnTo>
                    <a:lnTo>
                      <a:pt x="62426" y="15998"/>
                    </a:lnTo>
                    <a:lnTo>
                      <a:pt x="34227" y="25660"/>
                    </a:lnTo>
                    <a:lnTo>
                      <a:pt x="0" y="39194"/>
                    </a:lnTo>
                    <a:lnTo>
                      <a:pt x="23750" y="12325"/>
                    </a:lnTo>
                    <a:lnTo>
                      <a:pt x="34208" y="256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415" name="Google Shape;1415;p20"/>
              <p:cNvSpPr/>
              <p:nvPr/>
            </p:nvSpPr>
            <p:spPr>
              <a:xfrm>
                <a:off x="6362388" y="4341925"/>
                <a:ext cx="795800" cy="837025"/>
              </a:xfrm>
              <a:custGeom>
                <a:avLst/>
                <a:gdLst/>
                <a:ahLst/>
                <a:cxnLst/>
                <a:rect l="l" t="t" r="r" b="b"/>
                <a:pathLst>
                  <a:path w="31832" h="33481" extrusionOk="0">
                    <a:moveTo>
                      <a:pt x="0" y="0"/>
                    </a:moveTo>
                    <a:lnTo>
                      <a:pt x="19674" y="17507"/>
                    </a:lnTo>
                    <a:lnTo>
                      <a:pt x="31832" y="3348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416" name="Google Shape;1416;p20"/>
            <p:cNvGrpSpPr/>
            <p:nvPr/>
          </p:nvGrpSpPr>
          <p:grpSpPr>
            <a:xfrm>
              <a:off x="3852801" y="4321275"/>
              <a:ext cx="2252995" cy="802900"/>
              <a:chOff x="3852801" y="4321275"/>
              <a:chExt cx="2252995" cy="802900"/>
            </a:xfrm>
          </p:grpSpPr>
          <p:sp>
            <p:nvSpPr>
              <p:cNvPr id="1417" name="Google Shape;1417;p20"/>
              <p:cNvSpPr/>
              <p:nvPr/>
            </p:nvSpPr>
            <p:spPr>
              <a:xfrm>
                <a:off x="3852801" y="46308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8" name="Google Shape;1418;p20"/>
              <p:cNvSpPr/>
              <p:nvPr/>
            </p:nvSpPr>
            <p:spPr>
              <a:xfrm>
                <a:off x="4109400" y="49540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9" name="Google Shape;1419;p20"/>
              <p:cNvSpPr/>
              <p:nvPr/>
            </p:nvSpPr>
            <p:spPr>
              <a:xfrm>
                <a:off x="6004300" y="43212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0" name="Google Shape;1420;p20"/>
              <p:cNvSpPr/>
              <p:nvPr/>
            </p:nvSpPr>
            <p:spPr>
              <a:xfrm>
                <a:off x="6060196" y="50785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1" name="Google Shape;1421;p20"/>
              <p:cNvSpPr/>
              <p:nvPr/>
            </p:nvSpPr>
            <p:spPr>
              <a:xfrm>
                <a:off x="4818237" y="4721806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422" name="Google Shape;1422;p20"/>
          <p:cNvSpPr txBox="1">
            <a:spLocks noGrp="1"/>
          </p:cNvSpPr>
          <p:nvPr>
            <p:ph type="title"/>
          </p:nvPr>
        </p:nvSpPr>
        <p:spPr>
          <a:xfrm>
            <a:off x="6334133" y="2423251"/>
            <a:ext cx="49012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423" name="Google Shape;1423;p20"/>
          <p:cNvSpPr txBox="1">
            <a:spLocks noGrp="1"/>
          </p:cNvSpPr>
          <p:nvPr>
            <p:ph type="subTitle" idx="1"/>
          </p:nvPr>
        </p:nvSpPr>
        <p:spPr>
          <a:xfrm>
            <a:off x="6334133" y="3459551"/>
            <a:ext cx="4901200" cy="9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6694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21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2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427" name="Google Shape;1427;p21"/>
          <p:cNvSpPr txBox="1">
            <a:spLocks noGrp="1"/>
          </p:cNvSpPr>
          <p:nvPr>
            <p:ph type="subTitle" idx="1"/>
          </p:nvPr>
        </p:nvSpPr>
        <p:spPr>
          <a:xfrm>
            <a:off x="950967" y="1755700"/>
            <a:ext cx="4906800" cy="4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5928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9" name="Google Shape;1429;p22"/>
          <p:cNvGrpSpPr/>
          <p:nvPr/>
        </p:nvGrpSpPr>
        <p:grpSpPr>
          <a:xfrm>
            <a:off x="-574277" y="1024129"/>
            <a:ext cx="13181367" cy="6026476"/>
            <a:chOff x="-430708" y="768096"/>
            <a:chExt cx="9886025" cy="4519857"/>
          </a:xfrm>
        </p:grpSpPr>
        <p:grpSp>
          <p:nvGrpSpPr>
            <p:cNvPr id="1430" name="Google Shape;1430;p22"/>
            <p:cNvGrpSpPr/>
            <p:nvPr/>
          </p:nvGrpSpPr>
          <p:grpSpPr>
            <a:xfrm>
              <a:off x="-430708" y="2357450"/>
              <a:ext cx="4814575" cy="2930503"/>
              <a:chOff x="-242589" y="2357450"/>
              <a:chExt cx="4814575" cy="2930503"/>
            </a:xfrm>
          </p:grpSpPr>
          <p:grpSp>
            <p:nvGrpSpPr>
              <p:cNvPr id="1431" name="Google Shape;1431;p22"/>
              <p:cNvGrpSpPr/>
              <p:nvPr/>
            </p:nvGrpSpPr>
            <p:grpSpPr>
              <a:xfrm>
                <a:off x="-242589" y="2357450"/>
                <a:ext cx="4802683" cy="2930503"/>
                <a:chOff x="-230683" y="2357450"/>
                <a:chExt cx="4802683" cy="2930503"/>
              </a:xfrm>
            </p:grpSpPr>
            <p:grpSp>
              <p:nvGrpSpPr>
                <p:cNvPr id="1432" name="Google Shape;1432;p22"/>
                <p:cNvGrpSpPr/>
                <p:nvPr/>
              </p:nvGrpSpPr>
              <p:grpSpPr>
                <a:xfrm>
                  <a:off x="-230683" y="3466303"/>
                  <a:ext cx="3832400" cy="1821650"/>
                  <a:chOff x="-240925" y="3502150"/>
                  <a:chExt cx="3832400" cy="1821650"/>
                </a:xfrm>
              </p:grpSpPr>
              <p:sp>
                <p:nvSpPr>
                  <p:cNvPr id="1433" name="Google Shape;1433;p22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434" name="Google Shape;1434;p22"/>
                  <p:cNvSpPr/>
                  <p:nvPr/>
                </p:nvSpPr>
                <p:spPr>
                  <a:xfrm>
                    <a:off x="-173700" y="3507450"/>
                    <a:ext cx="3765175" cy="1776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07" h="71045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8912" y="71045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1696" y="70373"/>
                        </a:lnTo>
                        <a:lnTo>
                          <a:pt x="140970" y="60960"/>
                        </a:lnTo>
                        <a:lnTo>
                          <a:pt x="150607" y="68356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435" name="Google Shape;1435;p22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1436" name="Google Shape;1436;p22"/>
                  <p:cNvCxnSpPr/>
                  <p:nvPr/>
                </p:nvCxnSpPr>
                <p:spPr>
                  <a:xfrm flipH="1">
                    <a:off x="2005275" y="4791150"/>
                    <a:ext cx="444000" cy="47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1437" name="Google Shape;1437;p22"/>
                <p:cNvSpPr/>
                <p:nvPr/>
              </p:nvSpPr>
              <p:spPr>
                <a:xfrm>
                  <a:off x="-169425" y="2357450"/>
                  <a:ext cx="1122775" cy="22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1" h="89863" extrusionOk="0">
                      <a:moveTo>
                        <a:pt x="41337" y="89863"/>
                      </a:moveTo>
                      <a:lnTo>
                        <a:pt x="21714" y="57664"/>
                      </a:lnTo>
                      <a:lnTo>
                        <a:pt x="44911" y="25262"/>
                      </a:lnTo>
                      <a:lnTo>
                        <a:pt x="0" y="44514"/>
                      </a:lnTo>
                      <a:lnTo>
                        <a:pt x="3443" y="0"/>
                      </a:lnTo>
                      <a:lnTo>
                        <a:pt x="44877" y="2524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438" name="Google Shape;1438;p22"/>
                <p:cNvSpPr/>
                <p:nvPr/>
              </p:nvSpPr>
              <p:spPr>
                <a:xfrm>
                  <a:off x="2878725" y="4714875"/>
                  <a:ext cx="1693275" cy="5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31" h="20743" extrusionOk="0">
                      <a:moveTo>
                        <a:pt x="0" y="20743"/>
                      </a:moveTo>
                      <a:lnTo>
                        <a:pt x="2485" y="5715"/>
                      </a:lnTo>
                      <a:lnTo>
                        <a:pt x="19177" y="11154"/>
                      </a:lnTo>
                      <a:lnTo>
                        <a:pt x="67731" y="0"/>
                      </a:lnTo>
                      <a:lnTo>
                        <a:pt x="54872" y="2000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sp>
            <p:cxnSp>
              <p:nvCxnSpPr>
                <p:cNvPr id="1439" name="Google Shape;1439;p22"/>
                <p:cNvCxnSpPr/>
                <p:nvPr/>
              </p:nvCxnSpPr>
              <p:spPr>
                <a:xfrm flipH="1">
                  <a:off x="2136225" y="4860075"/>
                  <a:ext cx="804000" cy="239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dist="19050" dir="5400000" algn="bl" rotWithShape="0">
                    <a:schemeClr val="lt2">
                      <a:alpha val="85000"/>
                    </a:schemeClr>
                  </a:outerShdw>
                </a:effectLst>
              </p:spPr>
            </p:cxnSp>
          </p:grpSp>
          <p:grpSp>
            <p:nvGrpSpPr>
              <p:cNvPr id="1440" name="Google Shape;1440;p22"/>
              <p:cNvGrpSpPr/>
              <p:nvPr/>
            </p:nvGrpSpPr>
            <p:grpSpPr>
              <a:xfrm>
                <a:off x="133077" y="2972243"/>
                <a:ext cx="4438908" cy="2010675"/>
                <a:chOff x="133077" y="2972243"/>
                <a:chExt cx="4438908" cy="2010675"/>
              </a:xfrm>
            </p:grpSpPr>
            <p:sp>
              <p:nvSpPr>
                <p:cNvPr id="1441" name="Google Shape;1441;p22"/>
                <p:cNvSpPr/>
                <p:nvPr/>
              </p:nvSpPr>
              <p:spPr>
                <a:xfrm>
                  <a:off x="133077" y="4192997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2" name="Google Shape;1442;p22"/>
                <p:cNvSpPr/>
                <p:nvPr/>
              </p:nvSpPr>
              <p:spPr>
                <a:xfrm>
                  <a:off x="342449" y="378186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3" name="Google Shape;1443;p22"/>
                <p:cNvSpPr/>
                <p:nvPr/>
              </p:nvSpPr>
              <p:spPr>
                <a:xfrm>
                  <a:off x="825127" y="4578597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4" name="Google Shape;1444;p22"/>
                <p:cNvSpPr/>
                <p:nvPr/>
              </p:nvSpPr>
              <p:spPr>
                <a:xfrm>
                  <a:off x="311852" y="4831422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5" name="Google Shape;1445;p22"/>
                <p:cNvSpPr/>
                <p:nvPr/>
              </p:nvSpPr>
              <p:spPr>
                <a:xfrm>
                  <a:off x="1739299" y="49463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6" name="Google Shape;1446;p22"/>
                <p:cNvSpPr/>
                <p:nvPr/>
              </p:nvSpPr>
              <p:spPr>
                <a:xfrm>
                  <a:off x="2418486" y="47369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7" name="Google Shape;1447;p22"/>
                <p:cNvSpPr/>
                <p:nvPr/>
              </p:nvSpPr>
              <p:spPr>
                <a:xfrm>
                  <a:off x="913949" y="2972243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8" name="Google Shape;1448;p22"/>
                <p:cNvSpPr/>
                <p:nvPr/>
              </p:nvSpPr>
              <p:spPr>
                <a:xfrm>
                  <a:off x="2908411" y="48434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9" name="Google Shape;1449;p22"/>
                <p:cNvSpPr/>
                <p:nvPr/>
              </p:nvSpPr>
              <p:spPr>
                <a:xfrm>
                  <a:off x="4535386" y="4700318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450" name="Google Shape;1450;p22"/>
            <p:cNvGrpSpPr/>
            <p:nvPr/>
          </p:nvGrpSpPr>
          <p:grpSpPr>
            <a:xfrm rot="-5400000">
              <a:off x="7114128" y="1975008"/>
              <a:ext cx="3548100" cy="1134277"/>
              <a:chOff x="3277350" y="4321275"/>
              <a:chExt cx="3548100" cy="1134277"/>
            </a:xfrm>
          </p:grpSpPr>
          <p:grpSp>
            <p:nvGrpSpPr>
              <p:cNvPr id="1451" name="Google Shape;1451;p22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1452" name="Google Shape;1452;p22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453" name="Google Shape;1453;p22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454" name="Google Shape;1454;p22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455" name="Google Shape;1455;p22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6" name="Google Shape;1456;p22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7" name="Google Shape;1457;p22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8" name="Google Shape;1458;p22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9" name="Google Shape;1459;p22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pic>
        <p:nvPicPr>
          <p:cNvPr id="1460" name="Google Shape;1460;p22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22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462" name="Google Shape;1462;p22"/>
          <p:cNvSpPr txBox="1">
            <a:spLocks noGrp="1"/>
          </p:cNvSpPr>
          <p:nvPr>
            <p:ph type="subTitle" idx="1"/>
          </p:nvPr>
        </p:nvSpPr>
        <p:spPr>
          <a:xfrm>
            <a:off x="6334152" y="4038600"/>
            <a:ext cx="3657600" cy="1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463" name="Google Shape;1463;p22"/>
          <p:cNvSpPr txBox="1">
            <a:spLocks noGrp="1"/>
          </p:cNvSpPr>
          <p:nvPr>
            <p:ph type="subTitle" idx="2"/>
          </p:nvPr>
        </p:nvSpPr>
        <p:spPr>
          <a:xfrm>
            <a:off x="2200267" y="4038600"/>
            <a:ext cx="3657600" cy="1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464" name="Google Shape;1464;p22"/>
          <p:cNvSpPr txBox="1">
            <a:spLocks noGrp="1"/>
          </p:cNvSpPr>
          <p:nvPr>
            <p:ph type="subTitle" idx="3"/>
          </p:nvPr>
        </p:nvSpPr>
        <p:spPr>
          <a:xfrm>
            <a:off x="2200267" y="3429000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465" name="Google Shape;1465;p22"/>
          <p:cNvSpPr txBox="1">
            <a:spLocks noGrp="1"/>
          </p:cNvSpPr>
          <p:nvPr>
            <p:ph type="subTitle" idx="4"/>
          </p:nvPr>
        </p:nvSpPr>
        <p:spPr>
          <a:xfrm>
            <a:off x="6334152" y="3429000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1749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23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469" name="Google Shape;1469;p23"/>
          <p:cNvSpPr txBox="1">
            <a:spLocks noGrp="1"/>
          </p:cNvSpPr>
          <p:nvPr>
            <p:ph type="subTitle" idx="1"/>
          </p:nvPr>
        </p:nvSpPr>
        <p:spPr>
          <a:xfrm>
            <a:off x="6334143" y="2484233"/>
            <a:ext cx="4023200" cy="29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470" name="Google Shape;1470;p23"/>
          <p:cNvSpPr txBox="1">
            <a:spLocks noGrp="1"/>
          </p:cNvSpPr>
          <p:nvPr>
            <p:ph type="subTitle" idx="2"/>
          </p:nvPr>
        </p:nvSpPr>
        <p:spPr>
          <a:xfrm>
            <a:off x="1834657" y="2484233"/>
            <a:ext cx="4023200" cy="29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471" name="Google Shape;1471;p23"/>
          <p:cNvGrpSpPr/>
          <p:nvPr/>
        </p:nvGrpSpPr>
        <p:grpSpPr>
          <a:xfrm>
            <a:off x="7172333" y="3429001"/>
            <a:ext cx="5249059" cy="3471172"/>
            <a:chOff x="5379250" y="2571750"/>
            <a:chExt cx="3936794" cy="2603379"/>
          </a:xfrm>
        </p:grpSpPr>
        <p:grpSp>
          <p:nvGrpSpPr>
            <p:cNvPr id="1472" name="Google Shape;1472;p23"/>
            <p:cNvGrpSpPr/>
            <p:nvPr/>
          </p:nvGrpSpPr>
          <p:grpSpPr>
            <a:xfrm flipH="1">
              <a:off x="5379250" y="2571750"/>
              <a:ext cx="3936794" cy="2603379"/>
              <a:chOff x="-230683" y="2684575"/>
              <a:chExt cx="3936794" cy="2603379"/>
            </a:xfrm>
          </p:grpSpPr>
          <p:grpSp>
            <p:nvGrpSpPr>
              <p:cNvPr id="1473" name="Google Shape;1473;p23"/>
              <p:cNvGrpSpPr/>
              <p:nvPr/>
            </p:nvGrpSpPr>
            <p:grpSpPr>
              <a:xfrm>
                <a:off x="-230683" y="2702725"/>
                <a:ext cx="3936794" cy="2585228"/>
                <a:chOff x="-230683" y="2702725"/>
                <a:chExt cx="3936794" cy="2585228"/>
              </a:xfrm>
            </p:grpSpPr>
            <p:grpSp>
              <p:nvGrpSpPr>
                <p:cNvPr id="1474" name="Google Shape;1474;p23"/>
                <p:cNvGrpSpPr/>
                <p:nvPr/>
              </p:nvGrpSpPr>
              <p:grpSpPr>
                <a:xfrm>
                  <a:off x="-230683" y="3466303"/>
                  <a:ext cx="3936794" cy="1821650"/>
                  <a:chOff x="-240925" y="3502150"/>
                  <a:chExt cx="3936794" cy="1821650"/>
                </a:xfrm>
              </p:grpSpPr>
              <p:sp>
                <p:nvSpPr>
                  <p:cNvPr id="1475" name="Google Shape;1475;p23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476" name="Google Shape;1476;p23"/>
                  <p:cNvSpPr/>
                  <p:nvPr/>
                </p:nvSpPr>
                <p:spPr>
                  <a:xfrm>
                    <a:off x="-173706" y="3507447"/>
                    <a:ext cx="3869575" cy="18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783" h="72463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9739" y="72463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3149" y="72165"/>
                        </a:lnTo>
                        <a:lnTo>
                          <a:pt x="140970" y="60960"/>
                        </a:lnTo>
                        <a:lnTo>
                          <a:pt x="154783" y="7216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477" name="Google Shape;1477;p23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1478" name="Google Shape;1478;p23"/>
                  <p:cNvCxnSpPr/>
                  <p:nvPr/>
                </p:nvCxnSpPr>
                <p:spPr>
                  <a:xfrm flipH="1">
                    <a:off x="1959975" y="4791150"/>
                    <a:ext cx="489300" cy="522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1479" name="Google Shape;1479;p23"/>
                <p:cNvSpPr/>
                <p:nvPr/>
              </p:nvSpPr>
              <p:spPr>
                <a:xfrm>
                  <a:off x="-172650" y="2702725"/>
                  <a:ext cx="1720475" cy="25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19" h="100626" extrusionOk="0">
                      <a:moveTo>
                        <a:pt x="46248" y="100626"/>
                      </a:moveTo>
                      <a:lnTo>
                        <a:pt x="68819" y="69532"/>
                      </a:lnTo>
                      <a:lnTo>
                        <a:pt x="41437" y="76106"/>
                      </a:lnTo>
                      <a:lnTo>
                        <a:pt x="21960" y="43903"/>
                      </a:lnTo>
                      <a:lnTo>
                        <a:pt x="45482" y="21907"/>
                      </a:lnTo>
                      <a:lnTo>
                        <a:pt x="23575" y="0"/>
                      </a:lnTo>
                      <a:lnTo>
                        <a:pt x="0" y="30634"/>
                      </a:lnTo>
                      <a:lnTo>
                        <a:pt x="45472" y="2194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480" name="Google Shape;1480;p23"/>
              <p:cNvGrpSpPr/>
              <p:nvPr/>
            </p:nvGrpSpPr>
            <p:grpSpPr>
              <a:xfrm>
                <a:off x="148117" y="2684575"/>
                <a:ext cx="2319521" cy="2300850"/>
                <a:chOff x="148117" y="2684575"/>
                <a:chExt cx="2319521" cy="2300850"/>
              </a:xfrm>
            </p:grpSpPr>
            <p:grpSp>
              <p:nvGrpSpPr>
                <p:cNvPr id="1481" name="Google Shape;1481;p23"/>
                <p:cNvGrpSpPr/>
                <p:nvPr/>
              </p:nvGrpSpPr>
              <p:grpSpPr>
                <a:xfrm>
                  <a:off x="148117" y="3784375"/>
                  <a:ext cx="2319521" cy="1201050"/>
                  <a:chOff x="137875" y="3820221"/>
                  <a:chExt cx="2319521" cy="1201050"/>
                </a:xfrm>
              </p:grpSpPr>
              <p:sp>
                <p:nvSpPr>
                  <p:cNvPr id="1482" name="Google Shape;1482;p23"/>
                  <p:cNvSpPr/>
                  <p:nvPr/>
                </p:nvSpPr>
                <p:spPr>
                  <a:xfrm>
                    <a:off x="137875" y="42313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483" name="Google Shape;1483;p23"/>
                  <p:cNvSpPr/>
                  <p:nvPr/>
                </p:nvSpPr>
                <p:spPr>
                  <a:xfrm>
                    <a:off x="347246" y="382022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484" name="Google Shape;1484;p23"/>
                  <p:cNvSpPr/>
                  <p:nvPr/>
                </p:nvSpPr>
                <p:spPr>
                  <a:xfrm>
                    <a:off x="829925" y="46169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485" name="Google Shape;1485;p23"/>
                  <p:cNvSpPr/>
                  <p:nvPr/>
                </p:nvSpPr>
                <p:spPr>
                  <a:xfrm>
                    <a:off x="316650" y="4869775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486" name="Google Shape;1486;p23"/>
                  <p:cNvSpPr/>
                  <p:nvPr/>
                </p:nvSpPr>
                <p:spPr>
                  <a:xfrm>
                    <a:off x="1744096" y="49846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487" name="Google Shape;1487;p23"/>
                  <p:cNvSpPr/>
                  <p:nvPr/>
                </p:nvSpPr>
                <p:spPr>
                  <a:xfrm>
                    <a:off x="2420796" y="47752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1488" name="Google Shape;1488;p23"/>
                <p:cNvSpPr/>
                <p:nvPr/>
              </p:nvSpPr>
              <p:spPr>
                <a:xfrm>
                  <a:off x="936867" y="3231178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9" name="Google Shape;1489;p23"/>
                <p:cNvSpPr/>
                <p:nvPr/>
              </p:nvSpPr>
              <p:spPr>
                <a:xfrm>
                  <a:off x="399038" y="268457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90" name="Google Shape;1490;p23"/>
                <p:cNvSpPr/>
                <p:nvPr/>
              </p:nvSpPr>
              <p:spPr>
                <a:xfrm>
                  <a:off x="1538188" y="4421250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491" name="Google Shape;1491;p23"/>
            <p:cNvSpPr/>
            <p:nvPr/>
          </p:nvSpPr>
          <p:spPr>
            <a:xfrm flipH="1">
              <a:off x="8085073" y="5081875"/>
              <a:ext cx="36600" cy="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accent1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51168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" name="Google Shape;149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24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495" name="Google Shape;1495;p24"/>
          <p:cNvSpPr txBox="1">
            <a:spLocks noGrp="1"/>
          </p:cNvSpPr>
          <p:nvPr>
            <p:ph type="subTitle" idx="1"/>
          </p:nvPr>
        </p:nvSpPr>
        <p:spPr>
          <a:xfrm>
            <a:off x="6334133" y="1755633"/>
            <a:ext cx="4906800" cy="4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496" name="Google Shape;1496;p24"/>
          <p:cNvSpPr txBox="1">
            <a:spLocks noGrp="1"/>
          </p:cNvSpPr>
          <p:nvPr>
            <p:ph type="subTitle" idx="2"/>
          </p:nvPr>
        </p:nvSpPr>
        <p:spPr>
          <a:xfrm>
            <a:off x="950969" y="1755633"/>
            <a:ext cx="4906800" cy="4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497" name="Google Shape;1497;p24"/>
          <p:cNvGrpSpPr/>
          <p:nvPr/>
        </p:nvGrpSpPr>
        <p:grpSpPr>
          <a:xfrm>
            <a:off x="7273933" y="3429001"/>
            <a:ext cx="5249059" cy="3471172"/>
            <a:chOff x="5379250" y="2571750"/>
            <a:chExt cx="3936794" cy="2603379"/>
          </a:xfrm>
        </p:grpSpPr>
        <p:grpSp>
          <p:nvGrpSpPr>
            <p:cNvPr id="1498" name="Google Shape;1498;p24"/>
            <p:cNvGrpSpPr/>
            <p:nvPr/>
          </p:nvGrpSpPr>
          <p:grpSpPr>
            <a:xfrm flipH="1">
              <a:off x="5379250" y="2571750"/>
              <a:ext cx="3936794" cy="2603379"/>
              <a:chOff x="-230683" y="2684575"/>
              <a:chExt cx="3936794" cy="2603379"/>
            </a:xfrm>
          </p:grpSpPr>
          <p:grpSp>
            <p:nvGrpSpPr>
              <p:cNvPr id="1499" name="Google Shape;1499;p24"/>
              <p:cNvGrpSpPr/>
              <p:nvPr/>
            </p:nvGrpSpPr>
            <p:grpSpPr>
              <a:xfrm>
                <a:off x="-230683" y="2702725"/>
                <a:ext cx="3936794" cy="2585228"/>
                <a:chOff x="-230683" y="2702725"/>
                <a:chExt cx="3936794" cy="2585228"/>
              </a:xfrm>
            </p:grpSpPr>
            <p:grpSp>
              <p:nvGrpSpPr>
                <p:cNvPr id="1500" name="Google Shape;1500;p24"/>
                <p:cNvGrpSpPr/>
                <p:nvPr/>
              </p:nvGrpSpPr>
              <p:grpSpPr>
                <a:xfrm>
                  <a:off x="-230683" y="3466303"/>
                  <a:ext cx="3936794" cy="1821650"/>
                  <a:chOff x="-240925" y="3502150"/>
                  <a:chExt cx="3936794" cy="1821650"/>
                </a:xfrm>
              </p:grpSpPr>
              <p:sp>
                <p:nvSpPr>
                  <p:cNvPr id="1501" name="Google Shape;1501;p24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502" name="Google Shape;1502;p24"/>
                  <p:cNvSpPr/>
                  <p:nvPr/>
                </p:nvSpPr>
                <p:spPr>
                  <a:xfrm>
                    <a:off x="-173706" y="3507447"/>
                    <a:ext cx="3869575" cy="18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783" h="72463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9739" y="72463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3149" y="72165"/>
                        </a:lnTo>
                        <a:lnTo>
                          <a:pt x="140970" y="60960"/>
                        </a:lnTo>
                        <a:lnTo>
                          <a:pt x="154783" y="7216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503" name="Google Shape;1503;p24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1504" name="Google Shape;1504;p24"/>
                  <p:cNvCxnSpPr/>
                  <p:nvPr/>
                </p:nvCxnSpPr>
                <p:spPr>
                  <a:xfrm flipH="1">
                    <a:off x="1959975" y="4791150"/>
                    <a:ext cx="489300" cy="522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1505" name="Google Shape;1505;p24"/>
                <p:cNvSpPr/>
                <p:nvPr/>
              </p:nvSpPr>
              <p:spPr>
                <a:xfrm>
                  <a:off x="-172650" y="2702725"/>
                  <a:ext cx="1720475" cy="25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19" h="100626" extrusionOk="0">
                      <a:moveTo>
                        <a:pt x="46248" y="100626"/>
                      </a:moveTo>
                      <a:lnTo>
                        <a:pt x="68819" y="69532"/>
                      </a:lnTo>
                      <a:lnTo>
                        <a:pt x="41437" y="76106"/>
                      </a:lnTo>
                      <a:lnTo>
                        <a:pt x="21960" y="43903"/>
                      </a:lnTo>
                      <a:lnTo>
                        <a:pt x="45482" y="21907"/>
                      </a:lnTo>
                      <a:lnTo>
                        <a:pt x="23575" y="0"/>
                      </a:lnTo>
                      <a:lnTo>
                        <a:pt x="0" y="30634"/>
                      </a:lnTo>
                      <a:lnTo>
                        <a:pt x="45472" y="2194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506" name="Google Shape;1506;p24"/>
              <p:cNvGrpSpPr/>
              <p:nvPr/>
            </p:nvGrpSpPr>
            <p:grpSpPr>
              <a:xfrm>
                <a:off x="148117" y="2684575"/>
                <a:ext cx="2319521" cy="2300850"/>
                <a:chOff x="148117" y="2684575"/>
                <a:chExt cx="2319521" cy="2300850"/>
              </a:xfrm>
            </p:grpSpPr>
            <p:grpSp>
              <p:nvGrpSpPr>
                <p:cNvPr id="1507" name="Google Shape;1507;p24"/>
                <p:cNvGrpSpPr/>
                <p:nvPr/>
              </p:nvGrpSpPr>
              <p:grpSpPr>
                <a:xfrm>
                  <a:off x="148117" y="3784375"/>
                  <a:ext cx="2319521" cy="1201050"/>
                  <a:chOff x="137875" y="3820221"/>
                  <a:chExt cx="2319521" cy="1201050"/>
                </a:xfrm>
              </p:grpSpPr>
              <p:sp>
                <p:nvSpPr>
                  <p:cNvPr id="1508" name="Google Shape;1508;p24"/>
                  <p:cNvSpPr/>
                  <p:nvPr/>
                </p:nvSpPr>
                <p:spPr>
                  <a:xfrm>
                    <a:off x="137875" y="42313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09" name="Google Shape;1509;p24"/>
                  <p:cNvSpPr/>
                  <p:nvPr/>
                </p:nvSpPr>
                <p:spPr>
                  <a:xfrm>
                    <a:off x="347246" y="382022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10" name="Google Shape;1510;p24"/>
                  <p:cNvSpPr/>
                  <p:nvPr/>
                </p:nvSpPr>
                <p:spPr>
                  <a:xfrm>
                    <a:off x="829925" y="46169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11" name="Google Shape;1511;p24"/>
                  <p:cNvSpPr/>
                  <p:nvPr/>
                </p:nvSpPr>
                <p:spPr>
                  <a:xfrm>
                    <a:off x="316650" y="4869775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12" name="Google Shape;1512;p24"/>
                  <p:cNvSpPr/>
                  <p:nvPr/>
                </p:nvSpPr>
                <p:spPr>
                  <a:xfrm>
                    <a:off x="1744096" y="49846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513" name="Google Shape;1513;p24"/>
                  <p:cNvSpPr/>
                  <p:nvPr/>
                </p:nvSpPr>
                <p:spPr>
                  <a:xfrm>
                    <a:off x="2420796" y="47752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1514" name="Google Shape;1514;p24"/>
                <p:cNvSpPr/>
                <p:nvPr/>
              </p:nvSpPr>
              <p:spPr>
                <a:xfrm>
                  <a:off x="936867" y="3231178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15" name="Google Shape;1515;p24"/>
                <p:cNvSpPr/>
                <p:nvPr/>
              </p:nvSpPr>
              <p:spPr>
                <a:xfrm>
                  <a:off x="399038" y="268457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16" name="Google Shape;1516;p24"/>
                <p:cNvSpPr/>
                <p:nvPr/>
              </p:nvSpPr>
              <p:spPr>
                <a:xfrm>
                  <a:off x="1538188" y="4421250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517" name="Google Shape;1517;p24"/>
            <p:cNvSpPr/>
            <p:nvPr/>
          </p:nvSpPr>
          <p:spPr>
            <a:xfrm flipH="1">
              <a:off x="8085073" y="5081875"/>
              <a:ext cx="36600" cy="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accent1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516133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" name="Google Shape;1519;p25"/>
          <p:cNvGrpSpPr/>
          <p:nvPr/>
        </p:nvGrpSpPr>
        <p:grpSpPr>
          <a:xfrm rot="5400000">
            <a:off x="6391444" y="883158"/>
            <a:ext cx="7886861" cy="11582564"/>
            <a:chOff x="-825491" y="-400170"/>
            <a:chExt cx="4053691" cy="5943840"/>
          </a:xfrm>
        </p:grpSpPr>
        <p:grpSp>
          <p:nvGrpSpPr>
            <p:cNvPr id="1520" name="Google Shape;1520;p25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1521" name="Google Shape;1521;p25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1522" name="Google Shape;1522;p25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3" name="Google Shape;1523;p25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4" name="Google Shape;1524;p25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5" name="Google Shape;1525;p25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6" name="Google Shape;1526;p25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7" name="Google Shape;1527;p25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8" name="Google Shape;1528;p25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29" name="Google Shape;1529;p25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0" name="Google Shape;1530;p25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1" name="Google Shape;1531;p25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2" name="Google Shape;1532;p25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3" name="Google Shape;1533;p25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4" name="Google Shape;1534;p25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5" name="Google Shape;1535;p25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6" name="Google Shape;1536;p25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37" name="Google Shape;1537;p25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538" name="Google Shape;1538;p25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539" name="Google Shape;1539;p25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1540" name="Google Shape;1540;p2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1" name="Google Shape;1541;p2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2" name="Google Shape;1542;p2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3" name="Google Shape;1543;p2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4" name="Google Shape;1544;p2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5" name="Google Shape;1545;p2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6" name="Google Shape;1546;p2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7" name="Google Shape;1547;p2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8" name="Google Shape;1548;p2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9" name="Google Shape;1549;p2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0" name="Google Shape;1550;p2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1" name="Google Shape;1551;p2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2" name="Google Shape;1552;p2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3" name="Google Shape;1553;p2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4" name="Google Shape;1554;p2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5" name="Google Shape;1555;p2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6" name="Google Shape;1556;p2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7" name="Google Shape;1557;p2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8" name="Google Shape;1558;p2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9" name="Google Shape;1559;p2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0" name="Google Shape;1560;p2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1" name="Google Shape;1561;p2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2" name="Google Shape;1562;p2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3" name="Google Shape;1563;p2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4" name="Google Shape;1564;p2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5" name="Google Shape;1565;p2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6" name="Google Shape;1566;p2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8" name="Google Shape;1568;p2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9" name="Google Shape;1569;p2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0" name="Google Shape;1570;p2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1" name="Google Shape;1571;p2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2" name="Google Shape;1572;p2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3" name="Google Shape;1573;p2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4" name="Google Shape;1574;p2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5" name="Google Shape;1575;p2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6" name="Google Shape;1576;p2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7" name="Google Shape;1577;p2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3" name="Google Shape;1583;p2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4" name="Google Shape;1584;p2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7" name="Google Shape;1587;p2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8" name="Google Shape;1588;p2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9" name="Google Shape;1589;p2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0" name="Google Shape;1590;p2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1" name="Google Shape;1591;p2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2" name="Google Shape;1592;p2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3" name="Google Shape;1593;p2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4" name="Google Shape;1594;p2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5" name="Google Shape;1595;p2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6" name="Google Shape;1596;p2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9" name="Google Shape;1599;p2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0" name="Google Shape;1600;p2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1" name="Google Shape;1601;p2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2" name="Google Shape;1602;p2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3" name="Google Shape;1603;p2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4" name="Google Shape;1604;p2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5" name="Google Shape;1605;p2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6" name="Google Shape;1606;p2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7" name="Google Shape;1607;p2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8" name="Google Shape;1608;p2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9" name="Google Shape;1609;p2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0" name="Google Shape;1610;p2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0" name="Google Shape;1620;p2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1" name="Google Shape;1621;p2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4" name="Google Shape;1624;p2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5" name="Google Shape;1625;p2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8" name="Google Shape;1628;p2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9" name="Google Shape;1629;p2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0" name="Google Shape;1630;p2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1" name="Google Shape;1631;p2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2" name="Google Shape;1632;p2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3" name="Google Shape;1633;p2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4" name="Google Shape;1634;p2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5" name="Google Shape;1635;p2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6" name="Google Shape;1636;p2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7" name="Google Shape;1637;p2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8" name="Google Shape;1638;p2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9" name="Google Shape;1639;p2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0" name="Google Shape;1640;p2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1" name="Google Shape;1641;p2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2" name="Google Shape;1642;p2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3" name="Google Shape;1643;p2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4" name="Google Shape;1644;p2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5" name="Google Shape;1645;p2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6" name="Google Shape;1646;p2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7" name="Google Shape;1647;p2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8" name="Google Shape;1648;p2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9" name="Google Shape;1649;p2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0" name="Google Shape;1650;p2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1" name="Google Shape;1651;p2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2" name="Google Shape;1652;p2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3" name="Google Shape;1653;p2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4" name="Google Shape;1654;p2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5" name="Google Shape;1655;p2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6" name="Google Shape;1656;p2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7" name="Google Shape;1657;p2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658" name="Google Shape;165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25"/>
          <p:cNvSpPr txBox="1">
            <a:spLocks noGrp="1"/>
          </p:cNvSpPr>
          <p:nvPr>
            <p:ph type="title"/>
          </p:nvPr>
        </p:nvSpPr>
        <p:spPr>
          <a:xfrm>
            <a:off x="9505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660" name="Google Shape;1660;p25"/>
          <p:cNvSpPr txBox="1">
            <a:spLocks noGrp="1"/>
          </p:cNvSpPr>
          <p:nvPr>
            <p:ph type="subTitle" idx="1"/>
          </p:nvPr>
        </p:nvSpPr>
        <p:spPr>
          <a:xfrm>
            <a:off x="950567" y="4038600"/>
            <a:ext cx="3108800" cy="1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61" name="Google Shape;1661;p25"/>
          <p:cNvSpPr txBox="1">
            <a:spLocks noGrp="1"/>
          </p:cNvSpPr>
          <p:nvPr>
            <p:ph type="subTitle" idx="2"/>
          </p:nvPr>
        </p:nvSpPr>
        <p:spPr>
          <a:xfrm>
            <a:off x="4543600" y="4038600"/>
            <a:ext cx="3104800" cy="1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62" name="Google Shape;1662;p25"/>
          <p:cNvSpPr txBox="1">
            <a:spLocks noGrp="1"/>
          </p:cNvSpPr>
          <p:nvPr>
            <p:ph type="subTitle" idx="3"/>
          </p:nvPr>
        </p:nvSpPr>
        <p:spPr>
          <a:xfrm>
            <a:off x="8133100" y="4038600"/>
            <a:ext cx="3108800" cy="1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63" name="Google Shape;1663;p25"/>
          <p:cNvSpPr txBox="1">
            <a:spLocks noGrp="1"/>
          </p:cNvSpPr>
          <p:nvPr>
            <p:ph type="subTitle" idx="4"/>
          </p:nvPr>
        </p:nvSpPr>
        <p:spPr>
          <a:xfrm>
            <a:off x="950967" y="3429000"/>
            <a:ext cx="310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64" name="Google Shape;1664;p25"/>
          <p:cNvSpPr txBox="1">
            <a:spLocks noGrp="1"/>
          </p:cNvSpPr>
          <p:nvPr>
            <p:ph type="subTitle" idx="5"/>
          </p:nvPr>
        </p:nvSpPr>
        <p:spPr>
          <a:xfrm>
            <a:off x="4542000" y="3429000"/>
            <a:ext cx="310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65" name="Google Shape;1665;p25"/>
          <p:cNvSpPr txBox="1">
            <a:spLocks noGrp="1"/>
          </p:cNvSpPr>
          <p:nvPr>
            <p:ph type="subTitle" idx="6"/>
          </p:nvPr>
        </p:nvSpPr>
        <p:spPr>
          <a:xfrm>
            <a:off x="8133500" y="3429000"/>
            <a:ext cx="310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6807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7" name="Google Shape;1667;p26"/>
          <p:cNvGrpSpPr/>
          <p:nvPr/>
        </p:nvGrpSpPr>
        <p:grpSpPr>
          <a:xfrm flipH="1">
            <a:off x="7285323" y="4621737"/>
            <a:ext cx="5109867" cy="2428867"/>
            <a:chOff x="-240925" y="3502150"/>
            <a:chExt cx="3832400" cy="1821650"/>
          </a:xfrm>
        </p:grpSpPr>
        <p:grpSp>
          <p:nvGrpSpPr>
            <p:cNvPr id="1668" name="Google Shape;1668;p26"/>
            <p:cNvGrpSpPr/>
            <p:nvPr/>
          </p:nvGrpSpPr>
          <p:grpSpPr>
            <a:xfrm>
              <a:off x="-240925" y="3502150"/>
              <a:ext cx="3832400" cy="1821650"/>
              <a:chOff x="-240925" y="3502150"/>
              <a:chExt cx="3832400" cy="1821650"/>
            </a:xfrm>
          </p:grpSpPr>
          <p:sp>
            <p:nvSpPr>
              <p:cNvPr id="1669" name="Google Shape;1669;p26"/>
              <p:cNvSpPr/>
              <p:nvPr/>
            </p:nvSpPr>
            <p:spPr>
              <a:xfrm>
                <a:off x="-182875" y="3502150"/>
                <a:ext cx="2809875" cy="1821650"/>
              </a:xfrm>
              <a:custGeom>
                <a:avLst/>
                <a:gdLst/>
                <a:ahLst/>
                <a:cxnLst/>
                <a:rect l="l" t="t" r="r" b="b"/>
                <a:pathLst>
                  <a:path w="112395" h="72866" extrusionOk="0">
                    <a:moveTo>
                      <a:pt x="112395" y="72866"/>
                    </a:moveTo>
                    <a:lnTo>
                      <a:pt x="77628" y="60008"/>
                    </a:lnTo>
                    <a:lnTo>
                      <a:pt x="46177" y="70012"/>
                    </a:lnTo>
                    <a:lnTo>
                      <a:pt x="41557" y="45294"/>
                    </a:lnTo>
                    <a:lnTo>
                      <a:pt x="20955" y="55721"/>
                    </a:lnTo>
                    <a:lnTo>
                      <a:pt x="13811" y="30004"/>
                    </a:lnTo>
                    <a:lnTo>
                      <a:pt x="21907" y="1333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670" name="Google Shape;1670;p26"/>
              <p:cNvSpPr/>
              <p:nvPr/>
            </p:nvSpPr>
            <p:spPr>
              <a:xfrm>
                <a:off x="-173700" y="3507450"/>
                <a:ext cx="3765175" cy="1776125"/>
              </a:xfrm>
              <a:custGeom>
                <a:avLst/>
                <a:gdLst/>
                <a:ahLst/>
                <a:cxnLst/>
                <a:rect l="l" t="t" r="r" b="b"/>
                <a:pathLst>
                  <a:path w="150607" h="71045" extrusionOk="0">
                    <a:moveTo>
                      <a:pt x="0" y="0"/>
                    </a:moveTo>
                    <a:lnTo>
                      <a:pt x="13354" y="29842"/>
                    </a:lnTo>
                    <a:lnTo>
                      <a:pt x="41238" y="45047"/>
                    </a:lnTo>
                    <a:lnTo>
                      <a:pt x="28912" y="71045"/>
                    </a:lnTo>
                    <a:lnTo>
                      <a:pt x="20593" y="55512"/>
                    </a:lnTo>
                    <a:lnTo>
                      <a:pt x="77321" y="59839"/>
                    </a:lnTo>
                    <a:lnTo>
                      <a:pt x="104663" y="51323"/>
                    </a:lnTo>
                    <a:lnTo>
                      <a:pt x="121696" y="70373"/>
                    </a:lnTo>
                    <a:lnTo>
                      <a:pt x="140970" y="60960"/>
                    </a:lnTo>
                    <a:lnTo>
                      <a:pt x="150607" y="683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671" name="Google Shape;1671;p26"/>
              <p:cNvSpPr/>
              <p:nvPr/>
            </p:nvSpPr>
            <p:spPr>
              <a:xfrm>
                <a:off x="-240925" y="4252925"/>
                <a:ext cx="582050" cy="778525"/>
              </a:xfrm>
              <a:custGeom>
                <a:avLst/>
                <a:gdLst/>
                <a:ahLst/>
                <a:cxnLst/>
                <a:rect l="l" t="t" r="r" b="b"/>
                <a:pathLst>
                  <a:path w="23282" h="31141" extrusionOk="0">
                    <a:moveTo>
                      <a:pt x="16114" y="0"/>
                    </a:moveTo>
                    <a:lnTo>
                      <a:pt x="0" y="12091"/>
                    </a:lnTo>
                    <a:lnTo>
                      <a:pt x="2017" y="31141"/>
                    </a:lnTo>
                    <a:lnTo>
                      <a:pt x="23282" y="25622"/>
                    </a:lnTo>
                    <a:lnTo>
                      <a:pt x="224" y="1231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cxnSp>
            <p:nvCxnSpPr>
              <p:cNvPr id="1672" name="Google Shape;1672;p26"/>
              <p:cNvCxnSpPr/>
              <p:nvPr/>
            </p:nvCxnSpPr>
            <p:spPr>
              <a:xfrm flipH="1">
                <a:off x="2005275" y="4791150"/>
                <a:ext cx="444000" cy="4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1673" name="Google Shape;1673;p26"/>
            <p:cNvGrpSpPr/>
            <p:nvPr/>
          </p:nvGrpSpPr>
          <p:grpSpPr>
            <a:xfrm>
              <a:off x="137875" y="3820221"/>
              <a:ext cx="2319521" cy="1201050"/>
              <a:chOff x="137875" y="3820221"/>
              <a:chExt cx="2319521" cy="1201050"/>
            </a:xfrm>
          </p:grpSpPr>
          <p:sp>
            <p:nvSpPr>
              <p:cNvPr id="1674" name="Google Shape;1674;p26"/>
              <p:cNvSpPr/>
              <p:nvPr/>
            </p:nvSpPr>
            <p:spPr>
              <a:xfrm>
                <a:off x="137875" y="42313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5" name="Google Shape;1675;p26"/>
              <p:cNvSpPr/>
              <p:nvPr/>
            </p:nvSpPr>
            <p:spPr>
              <a:xfrm>
                <a:off x="347246" y="382022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6" name="Google Shape;1676;p26"/>
              <p:cNvSpPr/>
              <p:nvPr/>
            </p:nvSpPr>
            <p:spPr>
              <a:xfrm>
                <a:off x="829925" y="46169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7" name="Google Shape;1677;p26"/>
              <p:cNvSpPr/>
              <p:nvPr/>
            </p:nvSpPr>
            <p:spPr>
              <a:xfrm>
                <a:off x="316650" y="4869775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8" name="Google Shape;1678;p26"/>
              <p:cNvSpPr/>
              <p:nvPr/>
            </p:nvSpPr>
            <p:spPr>
              <a:xfrm>
                <a:off x="1744096" y="49846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9" name="Google Shape;1679;p26"/>
              <p:cNvSpPr/>
              <p:nvPr/>
            </p:nvSpPr>
            <p:spPr>
              <a:xfrm>
                <a:off x="2420796" y="47752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680" name="Google Shape;168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26"/>
          <p:cNvSpPr txBox="1">
            <a:spLocks noGrp="1"/>
          </p:cNvSpPr>
          <p:nvPr>
            <p:ph type="title"/>
          </p:nvPr>
        </p:nvSpPr>
        <p:spPr>
          <a:xfrm>
            <a:off x="9505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682" name="Google Shape;1682;p26"/>
          <p:cNvSpPr txBox="1">
            <a:spLocks noGrp="1"/>
          </p:cNvSpPr>
          <p:nvPr>
            <p:ph type="subTitle" idx="1"/>
          </p:nvPr>
        </p:nvSpPr>
        <p:spPr>
          <a:xfrm>
            <a:off x="2535933" y="1755633"/>
            <a:ext cx="8704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83" name="Google Shape;1683;p26"/>
          <p:cNvSpPr txBox="1">
            <a:spLocks noGrp="1"/>
          </p:cNvSpPr>
          <p:nvPr>
            <p:ph type="subTitle" idx="2"/>
          </p:nvPr>
        </p:nvSpPr>
        <p:spPr>
          <a:xfrm>
            <a:off x="2535933" y="2365241"/>
            <a:ext cx="870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84" name="Google Shape;1684;p26"/>
          <p:cNvSpPr txBox="1">
            <a:spLocks noGrp="1"/>
          </p:cNvSpPr>
          <p:nvPr>
            <p:ph type="subTitle" idx="3"/>
          </p:nvPr>
        </p:nvSpPr>
        <p:spPr>
          <a:xfrm>
            <a:off x="2535933" y="3337551"/>
            <a:ext cx="8704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85" name="Google Shape;1685;p26"/>
          <p:cNvSpPr txBox="1">
            <a:spLocks noGrp="1"/>
          </p:cNvSpPr>
          <p:nvPr>
            <p:ph type="subTitle" idx="4"/>
          </p:nvPr>
        </p:nvSpPr>
        <p:spPr>
          <a:xfrm>
            <a:off x="2535933" y="3947157"/>
            <a:ext cx="870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86" name="Google Shape;1686;p26"/>
          <p:cNvSpPr txBox="1">
            <a:spLocks noGrp="1"/>
          </p:cNvSpPr>
          <p:nvPr>
            <p:ph type="subTitle" idx="5"/>
          </p:nvPr>
        </p:nvSpPr>
        <p:spPr>
          <a:xfrm>
            <a:off x="2535933" y="4919467"/>
            <a:ext cx="8704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87" name="Google Shape;1687;p26"/>
          <p:cNvSpPr txBox="1">
            <a:spLocks noGrp="1"/>
          </p:cNvSpPr>
          <p:nvPr>
            <p:ph type="subTitle" idx="6"/>
          </p:nvPr>
        </p:nvSpPr>
        <p:spPr>
          <a:xfrm>
            <a:off x="2535933" y="5529075"/>
            <a:ext cx="870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0351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" name="Google Shape;168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27"/>
          <p:cNvSpPr txBox="1">
            <a:spLocks noGrp="1"/>
          </p:cNvSpPr>
          <p:nvPr>
            <p:ph type="title"/>
          </p:nvPr>
        </p:nvSpPr>
        <p:spPr>
          <a:xfrm>
            <a:off x="950567" y="719333"/>
            <a:ext cx="6698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691" name="Google Shape;1691;p27"/>
          <p:cNvSpPr txBox="1">
            <a:spLocks noGrp="1"/>
          </p:cNvSpPr>
          <p:nvPr>
            <p:ph type="subTitle" idx="1"/>
          </p:nvPr>
        </p:nvSpPr>
        <p:spPr>
          <a:xfrm>
            <a:off x="950567" y="2243328"/>
            <a:ext cx="669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92" name="Google Shape;1692;p27"/>
          <p:cNvSpPr txBox="1">
            <a:spLocks noGrp="1"/>
          </p:cNvSpPr>
          <p:nvPr>
            <p:ph type="subTitle" idx="2"/>
          </p:nvPr>
        </p:nvSpPr>
        <p:spPr>
          <a:xfrm>
            <a:off x="950567" y="1755633"/>
            <a:ext cx="669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93" name="Google Shape;1693;p27"/>
          <p:cNvSpPr txBox="1">
            <a:spLocks noGrp="1"/>
          </p:cNvSpPr>
          <p:nvPr>
            <p:ph type="subTitle" idx="3"/>
          </p:nvPr>
        </p:nvSpPr>
        <p:spPr>
          <a:xfrm>
            <a:off x="950567" y="3765755"/>
            <a:ext cx="669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94" name="Google Shape;1694;p27"/>
          <p:cNvSpPr txBox="1">
            <a:spLocks noGrp="1"/>
          </p:cNvSpPr>
          <p:nvPr>
            <p:ph type="subTitle" idx="4"/>
          </p:nvPr>
        </p:nvSpPr>
        <p:spPr>
          <a:xfrm>
            <a:off x="950567" y="3275107"/>
            <a:ext cx="669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95" name="Google Shape;1695;p27"/>
          <p:cNvSpPr txBox="1">
            <a:spLocks noGrp="1"/>
          </p:cNvSpPr>
          <p:nvPr>
            <p:ph type="subTitle" idx="5"/>
          </p:nvPr>
        </p:nvSpPr>
        <p:spPr>
          <a:xfrm>
            <a:off x="950567" y="5285076"/>
            <a:ext cx="669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696" name="Google Shape;1696;p27"/>
          <p:cNvSpPr txBox="1">
            <a:spLocks noGrp="1"/>
          </p:cNvSpPr>
          <p:nvPr>
            <p:ph type="subTitle" idx="6"/>
          </p:nvPr>
        </p:nvSpPr>
        <p:spPr>
          <a:xfrm>
            <a:off x="950567" y="4792479"/>
            <a:ext cx="669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697" name="Google Shape;1697;p27"/>
          <p:cNvGrpSpPr/>
          <p:nvPr/>
        </p:nvGrpSpPr>
        <p:grpSpPr>
          <a:xfrm flipH="1">
            <a:off x="8133102" y="-765766"/>
            <a:ext cx="5713001" cy="8389532"/>
            <a:chOff x="-825491" y="-400170"/>
            <a:chExt cx="4053691" cy="5943840"/>
          </a:xfrm>
        </p:grpSpPr>
        <p:grpSp>
          <p:nvGrpSpPr>
            <p:cNvPr id="1698" name="Google Shape;1698;p27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1699" name="Google Shape;1699;p27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1700" name="Google Shape;1700;p27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1" name="Google Shape;1701;p27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2" name="Google Shape;1702;p27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3" name="Google Shape;1703;p27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4" name="Google Shape;1704;p27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5" name="Google Shape;1705;p27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6" name="Google Shape;1706;p27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7" name="Google Shape;1707;p27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8" name="Google Shape;1708;p27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09" name="Google Shape;1709;p27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0" name="Google Shape;1710;p27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1" name="Google Shape;1711;p27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2" name="Google Shape;1712;p27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3" name="Google Shape;1713;p27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4" name="Google Shape;1714;p27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15" name="Google Shape;1715;p27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716" name="Google Shape;1716;p27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717" name="Google Shape;1717;p27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1" name="Google Shape;1721;p27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2" name="Google Shape;1722;p27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4" name="Google Shape;1724;p27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5" name="Google Shape;1725;p27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8" name="Google Shape;1728;p27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9" name="Google Shape;1729;p27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2" name="Google Shape;1732;p27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3" name="Google Shape;1733;p27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4" name="Google Shape;1734;p27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5" name="Google Shape;1735;p27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6" name="Google Shape;1736;p27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7" name="Google Shape;1737;p27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8" name="Google Shape;1738;p27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9" name="Google Shape;1739;p27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0" name="Google Shape;1740;p27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1" name="Google Shape;1741;p27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4" name="Google Shape;1744;p27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5" name="Google Shape;1745;p27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6" name="Google Shape;1746;p27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7" name="Google Shape;1747;p27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8" name="Google Shape;1748;p27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9" name="Google Shape;1749;p27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0" name="Google Shape;1750;p27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1" name="Google Shape;1751;p27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2" name="Google Shape;1752;p27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3" name="Google Shape;1753;p27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4" name="Google Shape;1754;p27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5" name="Google Shape;1755;p27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5" name="Google Shape;1765;p27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6" name="Google Shape;1766;p27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9" name="Google Shape;1769;p27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0" name="Google Shape;1770;p27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3" name="Google Shape;1773;p27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4" name="Google Shape;1774;p27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4" name="Google Shape;1784;p27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5" name="Google Shape;1785;p27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6" name="Google Shape;1786;p27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7" name="Google Shape;1787;p27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8" name="Google Shape;1788;p27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9" name="Google Shape;1789;p27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0" name="Google Shape;1790;p27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1" name="Google Shape;1791;p27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2" name="Google Shape;1792;p27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3" name="Google Shape;1793;p27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4" name="Google Shape;1794;p27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5" name="Google Shape;1795;p27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6" name="Google Shape;1796;p27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7" name="Google Shape;1797;p27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8" name="Google Shape;1798;p27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9" name="Google Shape;1799;p27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0" name="Google Shape;1800;p27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1" name="Google Shape;1801;p27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2" name="Google Shape;1802;p27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3" name="Google Shape;1803;p27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4" name="Google Shape;1804;p27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5" name="Google Shape;1805;p27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6" name="Google Shape;1806;p27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7" name="Google Shape;1807;p27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8" name="Google Shape;1808;p27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9" name="Google Shape;1809;p27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0" name="Google Shape;1810;p27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1" name="Google Shape;1811;p27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2" name="Google Shape;1812;p27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3" name="Google Shape;1813;p27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4" name="Google Shape;1814;p27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5" name="Google Shape;1815;p27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6" name="Google Shape;1816;p27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7" name="Google Shape;1817;p27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8" name="Google Shape;1818;p27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9" name="Google Shape;1819;p27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0" name="Google Shape;1820;p27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1" name="Google Shape;1821;p27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2" name="Google Shape;1822;p27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3" name="Google Shape;1823;p27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4" name="Google Shape;1824;p27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5" name="Google Shape;1825;p27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6" name="Google Shape;1826;p27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7" name="Google Shape;1827;p27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8" name="Google Shape;1828;p27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9" name="Google Shape;1829;p27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0" name="Google Shape;1830;p27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1" name="Google Shape;1831;p27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2" name="Google Shape;1832;p27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3" name="Google Shape;1833;p27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4" name="Google Shape;1834;p27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5" name="Google Shape;1835;p27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37784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7" name="Google Shape;1837;p28"/>
          <p:cNvGrpSpPr/>
          <p:nvPr/>
        </p:nvGrpSpPr>
        <p:grpSpPr>
          <a:xfrm flipH="1">
            <a:off x="-341376" y="3429001"/>
            <a:ext cx="5249059" cy="3471172"/>
            <a:chOff x="5379250" y="2571750"/>
            <a:chExt cx="3936794" cy="2603379"/>
          </a:xfrm>
        </p:grpSpPr>
        <p:grpSp>
          <p:nvGrpSpPr>
            <p:cNvPr id="1838" name="Google Shape;1838;p28"/>
            <p:cNvGrpSpPr/>
            <p:nvPr/>
          </p:nvGrpSpPr>
          <p:grpSpPr>
            <a:xfrm flipH="1">
              <a:off x="5379250" y="2571750"/>
              <a:ext cx="3936794" cy="2603379"/>
              <a:chOff x="-230683" y="2684575"/>
              <a:chExt cx="3936794" cy="2603379"/>
            </a:xfrm>
          </p:grpSpPr>
          <p:grpSp>
            <p:nvGrpSpPr>
              <p:cNvPr id="1839" name="Google Shape;1839;p28"/>
              <p:cNvGrpSpPr/>
              <p:nvPr/>
            </p:nvGrpSpPr>
            <p:grpSpPr>
              <a:xfrm>
                <a:off x="-230683" y="2702725"/>
                <a:ext cx="3936794" cy="2585228"/>
                <a:chOff x="-230683" y="2702725"/>
                <a:chExt cx="3936794" cy="2585228"/>
              </a:xfrm>
            </p:grpSpPr>
            <p:grpSp>
              <p:nvGrpSpPr>
                <p:cNvPr id="1840" name="Google Shape;1840;p28"/>
                <p:cNvGrpSpPr/>
                <p:nvPr/>
              </p:nvGrpSpPr>
              <p:grpSpPr>
                <a:xfrm>
                  <a:off x="-230683" y="3466303"/>
                  <a:ext cx="3936794" cy="1821650"/>
                  <a:chOff x="-240925" y="3502150"/>
                  <a:chExt cx="3936794" cy="1821650"/>
                </a:xfrm>
              </p:grpSpPr>
              <p:sp>
                <p:nvSpPr>
                  <p:cNvPr id="1841" name="Google Shape;1841;p28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842" name="Google Shape;1842;p28"/>
                  <p:cNvSpPr/>
                  <p:nvPr/>
                </p:nvSpPr>
                <p:spPr>
                  <a:xfrm>
                    <a:off x="-173706" y="3507447"/>
                    <a:ext cx="3869575" cy="18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783" h="72463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9739" y="72463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3149" y="72165"/>
                        </a:lnTo>
                        <a:lnTo>
                          <a:pt x="140970" y="60960"/>
                        </a:lnTo>
                        <a:lnTo>
                          <a:pt x="154783" y="7216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1843" name="Google Shape;1843;p28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1844" name="Google Shape;1844;p28"/>
                  <p:cNvCxnSpPr/>
                  <p:nvPr/>
                </p:nvCxnSpPr>
                <p:spPr>
                  <a:xfrm flipH="1">
                    <a:off x="1959975" y="4791150"/>
                    <a:ext cx="489300" cy="522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1845" name="Google Shape;1845;p28"/>
                <p:cNvSpPr/>
                <p:nvPr/>
              </p:nvSpPr>
              <p:spPr>
                <a:xfrm>
                  <a:off x="-172650" y="2702725"/>
                  <a:ext cx="1720475" cy="25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19" h="100626" extrusionOk="0">
                      <a:moveTo>
                        <a:pt x="46248" y="100626"/>
                      </a:moveTo>
                      <a:lnTo>
                        <a:pt x="68819" y="69532"/>
                      </a:lnTo>
                      <a:lnTo>
                        <a:pt x="41437" y="76106"/>
                      </a:lnTo>
                      <a:lnTo>
                        <a:pt x="21960" y="43903"/>
                      </a:lnTo>
                      <a:lnTo>
                        <a:pt x="45482" y="21907"/>
                      </a:lnTo>
                      <a:lnTo>
                        <a:pt x="23575" y="0"/>
                      </a:lnTo>
                      <a:lnTo>
                        <a:pt x="0" y="30634"/>
                      </a:lnTo>
                      <a:lnTo>
                        <a:pt x="45472" y="2194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846" name="Google Shape;1846;p28"/>
              <p:cNvGrpSpPr/>
              <p:nvPr/>
            </p:nvGrpSpPr>
            <p:grpSpPr>
              <a:xfrm>
                <a:off x="148117" y="2684575"/>
                <a:ext cx="2319521" cy="2300850"/>
                <a:chOff x="148117" y="2684575"/>
                <a:chExt cx="2319521" cy="2300850"/>
              </a:xfrm>
            </p:grpSpPr>
            <p:grpSp>
              <p:nvGrpSpPr>
                <p:cNvPr id="1847" name="Google Shape;1847;p28"/>
                <p:cNvGrpSpPr/>
                <p:nvPr/>
              </p:nvGrpSpPr>
              <p:grpSpPr>
                <a:xfrm>
                  <a:off x="148117" y="3784375"/>
                  <a:ext cx="2319521" cy="1201050"/>
                  <a:chOff x="137875" y="3820221"/>
                  <a:chExt cx="2319521" cy="1201050"/>
                </a:xfrm>
              </p:grpSpPr>
              <p:sp>
                <p:nvSpPr>
                  <p:cNvPr id="1848" name="Google Shape;1848;p28"/>
                  <p:cNvSpPr/>
                  <p:nvPr/>
                </p:nvSpPr>
                <p:spPr>
                  <a:xfrm>
                    <a:off x="137875" y="42313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49" name="Google Shape;1849;p28"/>
                  <p:cNvSpPr/>
                  <p:nvPr/>
                </p:nvSpPr>
                <p:spPr>
                  <a:xfrm>
                    <a:off x="347246" y="382022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50" name="Google Shape;1850;p28"/>
                  <p:cNvSpPr/>
                  <p:nvPr/>
                </p:nvSpPr>
                <p:spPr>
                  <a:xfrm>
                    <a:off x="829925" y="46169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51" name="Google Shape;1851;p28"/>
                  <p:cNvSpPr/>
                  <p:nvPr/>
                </p:nvSpPr>
                <p:spPr>
                  <a:xfrm>
                    <a:off x="316650" y="4869775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52" name="Google Shape;1852;p28"/>
                  <p:cNvSpPr/>
                  <p:nvPr/>
                </p:nvSpPr>
                <p:spPr>
                  <a:xfrm>
                    <a:off x="1744096" y="49846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853" name="Google Shape;1853;p28"/>
                  <p:cNvSpPr/>
                  <p:nvPr/>
                </p:nvSpPr>
                <p:spPr>
                  <a:xfrm>
                    <a:off x="2420796" y="47752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1854" name="Google Shape;1854;p28"/>
                <p:cNvSpPr/>
                <p:nvPr/>
              </p:nvSpPr>
              <p:spPr>
                <a:xfrm>
                  <a:off x="936867" y="3231178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5" name="Google Shape;1855;p28"/>
                <p:cNvSpPr/>
                <p:nvPr/>
              </p:nvSpPr>
              <p:spPr>
                <a:xfrm>
                  <a:off x="399038" y="268457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6" name="Google Shape;1856;p28"/>
                <p:cNvSpPr/>
                <p:nvPr/>
              </p:nvSpPr>
              <p:spPr>
                <a:xfrm>
                  <a:off x="1538188" y="4421250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857" name="Google Shape;1857;p28"/>
            <p:cNvSpPr/>
            <p:nvPr/>
          </p:nvSpPr>
          <p:spPr>
            <a:xfrm flipH="1">
              <a:off x="8085073" y="5081875"/>
              <a:ext cx="36600" cy="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accent1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1858" name="Google Shape;185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2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860" name="Google Shape;1860;p28"/>
          <p:cNvSpPr txBox="1">
            <a:spLocks noGrp="1"/>
          </p:cNvSpPr>
          <p:nvPr>
            <p:ph type="subTitle" idx="1"/>
          </p:nvPr>
        </p:nvSpPr>
        <p:spPr>
          <a:xfrm>
            <a:off x="2200265" y="2484191"/>
            <a:ext cx="3657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1" name="Google Shape;1861;p28"/>
          <p:cNvSpPr txBox="1">
            <a:spLocks noGrp="1"/>
          </p:cNvSpPr>
          <p:nvPr>
            <p:ph type="subTitle" idx="2"/>
          </p:nvPr>
        </p:nvSpPr>
        <p:spPr>
          <a:xfrm>
            <a:off x="6334132" y="2484191"/>
            <a:ext cx="3657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2" name="Google Shape;1862;p28"/>
          <p:cNvSpPr txBox="1">
            <a:spLocks noGrp="1"/>
          </p:cNvSpPr>
          <p:nvPr>
            <p:ph type="subTitle" idx="3"/>
          </p:nvPr>
        </p:nvSpPr>
        <p:spPr>
          <a:xfrm>
            <a:off x="2200265" y="4800687"/>
            <a:ext cx="3657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3" name="Google Shape;1863;p28"/>
          <p:cNvSpPr txBox="1">
            <a:spLocks noGrp="1"/>
          </p:cNvSpPr>
          <p:nvPr>
            <p:ph type="subTitle" idx="4"/>
          </p:nvPr>
        </p:nvSpPr>
        <p:spPr>
          <a:xfrm>
            <a:off x="6334132" y="4800687"/>
            <a:ext cx="3657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4" name="Google Shape;1864;p28"/>
          <p:cNvSpPr txBox="1">
            <a:spLocks noGrp="1"/>
          </p:cNvSpPr>
          <p:nvPr>
            <p:ph type="subTitle" idx="5"/>
          </p:nvPr>
        </p:nvSpPr>
        <p:spPr>
          <a:xfrm>
            <a:off x="2200265" y="1874584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5" name="Google Shape;1865;p28"/>
          <p:cNvSpPr txBox="1">
            <a:spLocks noGrp="1"/>
          </p:cNvSpPr>
          <p:nvPr>
            <p:ph type="subTitle" idx="6"/>
          </p:nvPr>
        </p:nvSpPr>
        <p:spPr>
          <a:xfrm>
            <a:off x="2200265" y="4191079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6" name="Google Shape;1866;p28"/>
          <p:cNvSpPr txBox="1">
            <a:spLocks noGrp="1"/>
          </p:cNvSpPr>
          <p:nvPr>
            <p:ph type="subTitle" idx="7"/>
          </p:nvPr>
        </p:nvSpPr>
        <p:spPr>
          <a:xfrm>
            <a:off x="6334132" y="1874584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67" name="Google Shape;1867;p28"/>
          <p:cNvSpPr txBox="1">
            <a:spLocks noGrp="1"/>
          </p:cNvSpPr>
          <p:nvPr>
            <p:ph type="subTitle" idx="8"/>
          </p:nvPr>
        </p:nvSpPr>
        <p:spPr>
          <a:xfrm>
            <a:off x="6334132" y="4191079"/>
            <a:ext cx="3657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23637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186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0" name="Google Shape;1870;p2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871" name="Google Shape;1871;p29"/>
          <p:cNvSpPr txBox="1">
            <a:spLocks noGrp="1"/>
          </p:cNvSpPr>
          <p:nvPr>
            <p:ph type="subTitle" idx="1"/>
          </p:nvPr>
        </p:nvSpPr>
        <p:spPr>
          <a:xfrm>
            <a:off x="950967" y="2485048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2" name="Google Shape;1872;p29"/>
          <p:cNvSpPr txBox="1">
            <a:spLocks noGrp="1"/>
          </p:cNvSpPr>
          <p:nvPr>
            <p:ph type="subTitle" idx="2"/>
          </p:nvPr>
        </p:nvSpPr>
        <p:spPr>
          <a:xfrm>
            <a:off x="4541600" y="2485048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3" name="Google Shape;1873;p29"/>
          <p:cNvSpPr txBox="1">
            <a:spLocks noGrp="1"/>
          </p:cNvSpPr>
          <p:nvPr>
            <p:ph type="subTitle" idx="3"/>
          </p:nvPr>
        </p:nvSpPr>
        <p:spPr>
          <a:xfrm>
            <a:off x="950967" y="4799845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4" name="Google Shape;1874;p29"/>
          <p:cNvSpPr txBox="1">
            <a:spLocks noGrp="1"/>
          </p:cNvSpPr>
          <p:nvPr>
            <p:ph type="subTitle" idx="4"/>
          </p:nvPr>
        </p:nvSpPr>
        <p:spPr>
          <a:xfrm>
            <a:off x="4541600" y="4799845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5" name="Google Shape;1875;p29"/>
          <p:cNvSpPr txBox="1">
            <a:spLocks noGrp="1"/>
          </p:cNvSpPr>
          <p:nvPr>
            <p:ph type="subTitle" idx="5"/>
          </p:nvPr>
        </p:nvSpPr>
        <p:spPr>
          <a:xfrm>
            <a:off x="8132229" y="2485048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6" name="Google Shape;1876;p29"/>
          <p:cNvSpPr txBox="1">
            <a:spLocks noGrp="1"/>
          </p:cNvSpPr>
          <p:nvPr>
            <p:ph type="subTitle" idx="6"/>
          </p:nvPr>
        </p:nvSpPr>
        <p:spPr>
          <a:xfrm>
            <a:off x="8132229" y="4799845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7" name="Google Shape;1877;p29"/>
          <p:cNvSpPr txBox="1">
            <a:spLocks noGrp="1"/>
          </p:cNvSpPr>
          <p:nvPr>
            <p:ph type="subTitle" idx="7"/>
          </p:nvPr>
        </p:nvSpPr>
        <p:spPr>
          <a:xfrm>
            <a:off x="950967" y="18754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8" name="Google Shape;1878;p29"/>
          <p:cNvSpPr txBox="1">
            <a:spLocks noGrp="1"/>
          </p:cNvSpPr>
          <p:nvPr>
            <p:ph type="subTitle" idx="8"/>
          </p:nvPr>
        </p:nvSpPr>
        <p:spPr>
          <a:xfrm>
            <a:off x="4541600" y="18754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79" name="Google Shape;1879;p29"/>
          <p:cNvSpPr txBox="1">
            <a:spLocks noGrp="1"/>
          </p:cNvSpPr>
          <p:nvPr>
            <p:ph type="subTitle" idx="9"/>
          </p:nvPr>
        </p:nvSpPr>
        <p:spPr>
          <a:xfrm>
            <a:off x="8132229" y="18754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80" name="Google Shape;1880;p29"/>
          <p:cNvSpPr txBox="1">
            <a:spLocks noGrp="1"/>
          </p:cNvSpPr>
          <p:nvPr>
            <p:ph type="subTitle" idx="13"/>
          </p:nvPr>
        </p:nvSpPr>
        <p:spPr>
          <a:xfrm>
            <a:off x="950967" y="4190245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81" name="Google Shape;1881;p29"/>
          <p:cNvSpPr txBox="1">
            <a:spLocks noGrp="1"/>
          </p:cNvSpPr>
          <p:nvPr>
            <p:ph type="subTitle" idx="14"/>
          </p:nvPr>
        </p:nvSpPr>
        <p:spPr>
          <a:xfrm>
            <a:off x="4541600" y="4190245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882" name="Google Shape;1882;p29"/>
          <p:cNvSpPr txBox="1">
            <a:spLocks noGrp="1"/>
          </p:cNvSpPr>
          <p:nvPr>
            <p:ph type="subTitle" idx="15"/>
          </p:nvPr>
        </p:nvSpPr>
        <p:spPr>
          <a:xfrm>
            <a:off x="8132229" y="4190245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883" name="Google Shape;1883;p29"/>
          <p:cNvGrpSpPr/>
          <p:nvPr/>
        </p:nvGrpSpPr>
        <p:grpSpPr>
          <a:xfrm>
            <a:off x="-321833" y="-162053"/>
            <a:ext cx="13011767" cy="7436120"/>
            <a:chOff x="-241375" y="-121540"/>
            <a:chExt cx="9758825" cy="5577090"/>
          </a:xfrm>
        </p:grpSpPr>
        <p:grpSp>
          <p:nvGrpSpPr>
            <p:cNvPr id="1884" name="Google Shape;1884;p29"/>
            <p:cNvGrpSpPr/>
            <p:nvPr/>
          </p:nvGrpSpPr>
          <p:grpSpPr>
            <a:xfrm flipH="1">
              <a:off x="-241375" y="-121540"/>
              <a:ext cx="1909196" cy="3513440"/>
              <a:chOff x="7415784" y="-91440"/>
              <a:chExt cx="1909196" cy="3513440"/>
            </a:xfrm>
          </p:grpSpPr>
          <p:grpSp>
            <p:nvGrpSpPr>
              <p:cNvPr id="1885" name="Google Shape;1885;p29"/>
              <p:cNvGrpSpPr/>
              <p:nvPr/>
            </p:nvGrpSpPr>
            <p:grpSpPr>
              <a:xfrm>
                <a:off x="7415784" y="-91440"/>
                <a:ext cx="1909196" cy="3513440"/>
                <a:chOff x="7425300" y="-36825"/>
                <a:chExt cx="1909196" cy="3513440"/>
              </a:xfrm>
            </p:grpSpPr>
            <p:sp>
              <p:nvSpPr>
                <p:cNvPr id="1886" name="Google Shape;1886;p29"/>
                <p:cNvSpPr/>
                <p:nvPr/>
              </p:nvSpPr>
              <p:spPr>
                <a:xfrm>
                  <a:off x="8441522" y="809615"/>
                  <a:ext cx="8929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106680" extrusionOk="0">
                      <a:moveTo>
                        <a:pt x="35719" y="0"/>
                      </a:moveTo>
                      <a:lnTo>
                        <a:pt x="14288" y="8573"/>
                      </a:lnTo>
                      <a:lnTo>
                        <a:pt x="0" y="20955"/>
                      </a:lnTo>
                      <a:lnTo>
                        <a:pt x="13812" y="35243"/>
                      </a:lnTo>
                      <a:lnTo>
                        <a:pt x="14326" y="8531"/>
                      </a:lnTo>
                      <a:lnTo>
                        <a:pt x="34767" y="34766"/>
                      </a:lnTo>
                      <a:lnTo>
                        <a:pt x="13847" y="35207"/>
                      </a:lnTo>
                      <a:lnTo>
                        <a:pt x="32732" y="82671"/>
                      </a:lnTo>
                      <a:lnTo>
                        <a:pt x="19161" y="86804"/>
                      </a:lnTo>
                      <a:lnTo>
                        <a:pt x="13847" y="35207"/>
                      </a:lnTo>
                      <a:lnTo>
                        <a:pt x="35719" y="58579"/>
                      </a:lnTo>
                      <a:lnTo>
                        <a:pt x="19050" y="86678"/>
                      </a:lnTo>
                      <a:lnTo>
                        <a:pt x="10954" y="106680"/>
                      </a:lnTo>
                      <a:lnTo>
                        <a:pt x="32385" y="97155"/>
                      </a:lnTo>
                      <a:lnTo>
                        <a:pt x="19108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887" name="Google Shape;1887;p29"/>
                <p:cNvSpPr/>
                <p:nvPr/>
              </p:nvSpPr>
              <p:spPr>
                <a:xfrm>
                  <a:off x="7425300" y="-36825"/>
                  <a:ext cx="1889200" cy="136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8" h="54765" extrusionOk="0">
                      <a:moveTo>
                        <a:pt x="54939" y="42520"/>
                      </a:moveTo>
                      <a:lnTo>
                        <a:pt x="37152" y="19050"/>
                      </a:lnTo>
                      <a:lnTo>
                        <a:pt x="75568" y="31153"/>
                      </a:lnTo>
                      <a:lnTo>
                        <a:pt x="73568" y="3999"/>
                      </a:lnTo>
                      <a:lnTo>
                        <a:pt x="37047" y="19050"/>
                      </a:lnTo>
                      <a:lnTo>
                        <a:pt x="34100" y="0"/>
                      </a:lnTo>
                      <a:lnTo>
                        <a:pt x="0" y="7051"/>
                      </a:lnTo>
                      <a:lnTo>
                        <a:pt x="37152" y="19155"/>
                      </a:lnTo>
                      <a:lnTo>
                        <a:pt x="40697" y="5476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888" name="Google Shape;1888;p29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1889" name="Google Shape;1889;p29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90" name="Google Shape;1890;p29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91" name="Google Shape;1891;p29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92" name="Google Shape;1892;p29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93" name="Google Shape;1893;p29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894" name="Google Shape;1894;p29"/>
            <p:cNvGrpSpPr/>
            <p:nvPr/>
          </p:nvGrpSpPr>
          <p:grpSpPr>
            <a:xfrm>
              <a:off x="6099175" y="4321275"/>
              <a:ext cx="3418275" cy="1134275"/>
              <a:chOff x="3407175" y="4321275"/>
              <a:chExt cx="3418275" cy="1134275"/>
            </a:xfrm>
          </p:grpSpPr>
          <p:grpSp>
            <p:nvGrpSpPr>
              <p:cNvPr id="1895" name="Google Shape;1895;p29"/>
              <p:cNvGrpSpPr/>
              <p:nvPr/>
            </p:nvGrpSpPr>
            <p:grpSpPr>
              <a:xfrm>
                <a:off x="3407175" y="4337800"/>
                <a:ext cx="3418275" cy="1117750"/>
                <a:chOff x="3739913" y="4337800"/>
                <a:chExt cx="3418275" cy="1117750"/>
              </a:xfrm>
            </p:grpSpPr>
            <p:sp>
              <p:nvSpPr>
                <p:cNvPr id="1896" name="Google Shape;1896;p29"/>
                <p:cNvSpPr/>
                <p:nvPr/>
              </p:nvSpPr>
              <p:spPr>
                <a:xfrm>
                  <a:off x="3739913" y="4337800"/>
                  <a:ext cx="3112025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1" h="44710" extrusionOk="0">
                      <a:moveTo>
                        <a:pt x="124481" y="17672"/>
                      </a:moveTo>
                      <a:lnTo>
                        <a:pt x="107139" y="30422"/>
                      </a:lnTo>
                      <a:lnTo>
                        <a:pt x="94757" y="44710"/>
                      </a:lnTo>
                      <a:lnTo>
                        <a:pt x="80469" y="30898"/>
                      </a:lnTo>
                      <a:lnTo>
                        <a:pt x="107181" y="30384"/>
                      </a:lnTo>
                      <a:lnTo>
                        <a:pt x="104734" y="0"/>
                      </a:lnTo>
                      <a:lnTo>
                        <a:pt x="80505" y="30863"/>
                      </a:lnTo>
                      <a:lnTo>
                        <a:pt x="28039" y="39584"/>
                      </a:lnTo>
                      <a:lnTo>
                        <a:pt x="28908" y="25549"/>
                      </a:lnTo>
                      <a:lnTo>
                        <a:pt x="80505" y="30863"/>
                      </a:lnTo>
                      <a:lnTo>
                        <a:pt x="57233" y="15998"/>
                      </a:lnTo>
                      <a:lnTo>
                        <a:pt x="29034" y="25660"/>
                      </a:lnTo>
                      <a:lnTo>
                        <a:pt x="0" y="34801"/>
                      </a:lnTo>
                      <a:lnTo>
                        <a:pt x="18557" y="12325"/>
                      </a:lnTo>
                      <a:lnTo>
                        <a:pt x="29015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1897" name="Google Shape;1897;p29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1898" name="Google Shape;1898;p29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899" name="Google Shape;1899;p29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00" name="Google Shape;1900;p29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01" name="Google Shape;1901;p29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02" name="Google Shape;1902;p29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03" name="Google Shape;1903;p29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3623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 ">
  <p:cSld name="Title and eight columns "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5" name="Google Shape;1905;p30"/>
          <p:cNvGrpSpPr/>
          <p:nvPr/>
        </p:nvGrpSpPr>
        <p:grpSpPr>
          <a:xfrm>
            <a:off x="-307578" y="4621737"/>
            <a:ext cx="5109867" cy="2428867"/>
            <a:chOff x="-240925" y="3502150"/>
            <a:chExt cx="3832400" cy="1821650"/>
          </a:xfrm>
        </p:grpSpPr>
        <p:grpSp>
          <p:nvGrpSpPr>
            <p:cNvPr id="1906" name="Google Shape;1906;p30"/>
            <p:cNvGrpSpPr/>
            <p:nvPr/>
          </p:nvGrpSpPr>
          <p:grpSpPr>
            <a:xfrm>
              <a:off x="-240925" y="3502150"/>
              <a:ext cx="3832400" cy="1821650"/>
              <a:chOff x="-240925" y="3502150"/>
              <a:chExt cx="3832400" cy="1821650"/>
            </a:xfrm>
          </p:grpSpPr>
          <p:sp>
            <p:nvSpPr>
              <p:cNvPr id="1907" name="Google Shape;1907;p30"/>
              <p:cNvSpPr/>
              <p:nvPr/>
            </p:nvSpPr>
            <p:spPr>
              <a:xfrm>
                <a:off x="-182875" y="3502150"/>
                <a:ext cx="2809875" cy="1821650"/>
              </a:xfrm>
              <a:custGeom>
                <a:avLst/>
                <a:gdLst/>
                <a:ahLst/>
                <a:cxnLst/>
                <a:rect l="l" t="t" r="r" b="b"/>
                <a:pathLst>
                  <a:path w="112395" h="72866" extrusionOk="0">
                    <a:moveTo>
                      <a:pt x="112395" y="72866"/>
                    </a:moveTo>
                    <a:lnTo>
                      <a:pt x="77628" y="60008"/>
                    </a:lnTo>
                    <a:lnTo>
                      <a:pt x="46177" y="70012"/>
                    </a:lnTo>
                    <a:lnTo>
                      <a:pt x="41557" y="45294"/>
                    </a:lnTo>
                    <a:lnTo>
                      <a:pt x="20955" y="55721"/>
                    </a:lnTo>
                    <a:lnTo>
                      <a:pt x="13811" y="30004"/>
                    </a:lnTo>
                    <a:lnTo>
                      <a:pt x="21907" y="1333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908" name="Google Shape;1908;p30"/>
              <p:cNvSpPr/>
              <p:nvPr/>
            </p:nvSpPr>
            <p:spPr>
              <a:xfrm>
                <a:off x="-173700" y="3507450"/>
                <a:ext cx="3765175" cy="1776125"/>
              </a:xfrm>
              <a:custGeom>
                <a:avLst/>
                <a:gdLst/>
                <a:ahLst/>
                <a:cxnLst/>
                <a:rect l="l" t="t" r="r" b="b"/>
                <a:pathLst>
                  <a:path w="150607" h="71045" extrusionOk="0">
                    <a:moveTo>
                      <a:pt x="0" y="0"/>
                    </a:moveTo>
                    <a:lnTo>
                      <a:pt x="13354" y="29842"/>
                    </a:lnTo>
                    <a:lnTo>
                      <a:pt x="41238" y="45047"/>
                    </a:lnTo>
                    <a:lnTo>
                      <a:pt x="28912" y="71045"/>
                    </a:lnTo>
                    <a:lnTo>
                      <a:pt x="20593" y="55512"/>
                    </a:lnTo>
                    <a:lnTo>
                      <a:pt x="77321" y="59839"/>
                    </a:lnTo>
                    <a:lnTo>
                      <a:pt x="104663" y="51323"/>
                    </a:lnTo>
                    <a:lnTo>
                      <a:pt x="121696" y="70373"/>
                    </a:lnTo>
                    <a:lnTo>
                      <a:pt x="140970" y="60960"/>
                    </a:lnTo>
                    <a:lnTo>
                      <a:pt x="150607" y="683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sp>
            <p:nvSpPr>
              <p:cNvPr id="1909" name="Google Shape;1909;p30"/>
              <p:cNvSpPr/>
              <p:nvPr/>
            </p:nvSpPr>
            <p:spPr>
              <a:xfrm>
                <a:off x="-240925" y="4252925"/>
                <a:ext cx="582050" cy="778525"/>
              </a:xfrm>
              <a:custGeom>
                <a:avLst/>
                <a:gdLst/>
                <a:ahLst/>
                <a:cxnLst/>
                <a:rect l="l" t="t" r="r" b="b"/>
                <a:pathLst>
                  <a:path w="23282" h="31141" extrusionOk="0">
                    <a:moveTo>
                      <a:pt x="16114" y="0"/>
                    </a:moveTo>
                    <a:lnTo>
                      <a:pt x="0" y="12091"/>
                    </a:lnTo>
                    <a:lnTo>
                      <a:pt x="2017" y="31141"/>
                    </a:lnTo>
                    <a:lnTo>
                      <a:pt x="23282" y="25622"/>
                    </a:lnTo>
                    <a:lnTo>
                      <a:pt x="224" y="1231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  <p:cxnSp>
            <p:nvCxnSpPr>
              <p:cNvPr id="1910" name="Google Shape;1910;p30"/>
              <p:cNvCxnSpPr/>
              <p:nvPr/>
            </p:nvCxnSpPr>
            <p:spPr>
              <a:xfrm flipH="1">
                <a:off x="2005275" y="4791150"/>
                <a:ext cx="444000" cy="4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1911" name="Google Shape;1911;p30"/>
            <p:cNvGrpSpPr/>
            <p:nvPr/>
          </p:nvGrpSpPr>
          <p:grpSpPr>
            <a:xfrm>
              <a:off x="137875" y="3820221"/>
              <a:ext cx="2319521" cy="1201050"/>
              <a:chOff x="137875" y="3820221"/>
              <a:chExt cx="2319521" cy="1201050"/>
            </a:xfrm>
          </p:grpSpPr>
          <p:sp>
            <p:nvSpPr>
              <p:cNvPr id="1912" name="Google Shape;1912;p30"/>
              <p:cNvSpPr/>
              <p:nvPr/>
            </p:nvSpPr>
            <p:spPr>
              <a:xfrm>
                <a:off x="137875" y="42313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3" name="Google Shape;1913;p30"/>
              <p:cNvSpPr/>
              <p:nvPr/>
            </p:nvSpPr>
            <p:spPr>
              <a:xfrm>
                <a:off x="347246" y="382022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4" name="Google Shape;1914;p30"/>
              <p:cNvSpPr/>
              <p:nvPr/>
            </p:nvSpPr>
            <p:spPr>
              <a:xfrm>
                <a:off x="829925" y="46169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5" name="Google Shape;1915;p30"/>
              <p:cNvSpPr/>
              <p:nvPr/>
            </p:nvSpPr>
            <p:spPr>
              <a:xfrm>
                <a:off x="316650" y="4869775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6" name="Google Shape;1916;p30"/>
              <p:cNvSpPr/>
              <p:nvPr/>
            </p:nvSpPr>
            <p:spPr>
              <a:xfrm>
                <a:off x="1744096" y="49846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7" name="Google Shape;1917;p30"/>
              <p:cNvSpPr/>
              <p:nvPr/>
            </p:nvSpPr>
            <p:spPr>
              <a:xfrm>
                <a:off x="2420796" y="47752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1918" name="Google Shape;191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3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920" name="Google Shape;1920;p30"/>
          <p:cNvSpPr txBox="1">
            <a:spLocks noGrp="1"/>
          </p:cNvSpPr>
          <p:nvPr>
            <p:ph type="subTitle" idx="1"/>
          </p:nvPr>
        </p:nvSpPr>
        <p:spPr>
          <a:xfrm>
            <a:off x="1931867" y="1755648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1" name="Google Shape;1921;p30"/>
          <p:cNvSpPr txBox="1">
            <a:spLocks noGrp="1"/>
          </p:cNvSpPr>
          <p:nvPr>
            <p:ph type="subTitle" idx="2"/>
          </p:nvPr>
        </p:nvSpPr>
        <p:spPr>
          <a:xfrm>
            <a:off x="1931867" y="2848864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2" name="Google Shape;1922;p30"/>
          <p:cNvSpPr txBox="1">
            <a:spLocks noGrp="1"/>
          </p:cNvSpPr>
          <p:nvPr>
            <p:ph type="subTitle" idx="3"/>
          </p:nvPr>
        </p:nvSpPr>
        <p:spPr>
          <a:xfrm>
            <a:off x="1931867" y="3942080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3" name="Google Shape;1923;p30"/>
          <p:cNvSpPr txBox="1">
            <a:spLocks noGrp="1"/>
          </p:cNvSpPr>
          <p:nvPr>
            <p:ph type="subTitle" idx="4"/>
          </p:nvPr>
        </p:nvSpPr>
        <p:spPr>
          <a:xfrm>
            <a:off x="1931867" y="5035296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4" name="Google Shape;1924;p30"/>
          <p:cNvSpPr txBox="1">
            <a:spLocks noGrp="1"/>
          </p:cNvSpPr>
          <p:nvPr>
            <p:ph type="subTitle" idx="5"/>
          </p:nvPr>
        </p:nvSpPr>
        <p:spPr>
          <a:xfrm>
            <a:off x="7314967" y="1755648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5" name="Google Shape;1925;p30"/>
          <p:cNvSpPr txBox="1">
            <a:spLocks noGrp="1"/>
          </p:cNvSpPr>
          <p:nvPr>
            <p:ph type="subTitle" idx="6"/>
          </p:nvPr>
        </p:nvSpPr>
        <p:spPr>
          <a:xfrm>
            <a:off x="7314967" y="2848864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6" name="Google Shape;1926;p30"/>
          <p:cNvSpPr txBox="1">
            <a:spLocks noGrp="1"/>
          </p:cNvSpPr>
          <p:nvPr>
            <p:ph type="subTitle" idx="7"/>
          </p:nvPr>
        </p:nvSpPr>
        <p:spPr>
          <a:xfrm>
            <a:off x="7314967" y="3942080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27" name="Google Shape;1927;p30"/>
          <p:cNvSpPr txBox="1">
            <a:spLocks noGrp="1"/>
          </p:cNvSpPr>
          <p:nvPr>
            <p:ph type="subTitle" idx="8"/>
          </p:nvPr>
        </p:nvSpPr>
        <p:spPr>
          <a:xfrm>
            <a:off x="7314967" y="5035296"/>
            <a:ext cx="392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74380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9" name="Google Shape;192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31"/>
          <p:cNvSpPr txBox="1">
            <a:spLocks noGrp="1"/>
          </p:cNvSpPr>
          <p:nvPr>
            <p:ph type="title" hasCustomPrompt="1"/>
          </p:nvPr>
        </p:nvSpPr>
        <p:spPr>
          <a:xfrm>
            <a:off x="4842700" y="719349"/>
            <a:ext cx="60960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1" name="Google Shape;1931;p31"/>
          <p:cNvSpPr txBox="1">
            <a:spLocks noGrp="1"/>
          </p:cNvSpPr>
          <p:nvPr>
            <p:ph type="subTitle" idx="1"/>
          </p:nvPr>
        </p:nvSpPr>
        <p:spPr>
          <a:xfrm>
            <a:off x="4842700" y="1694535"/>
            <a:ext cx="6096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32" name="Google Shape;1932;p31"/>
          <p:cNvSpPr txBox="1">
            <a:spLocks noGrp="1"/>
          </p:cNvSpPr>
          <p:nvPr>
            <p:ph type="title" idx="2" hasCustomPrompt="1"/>
          </p:nvPr>
        </p:nvSpPr>
        <p:spPr>
          <a:xfrm>
            <a:off x="4842700" y="2636591"/>
            <a:ext cx="60960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3" name="Google Shape;1933;p31"/>
          <p:cNvSpPr txBox="1">
            <a:spLocks noGrp="1"/>
          </p:cNvSpPr>
          <p:nvPr>
            <p:ph type="subTitle" idx="3"/>
          </p:nvPr>
        </p:nvSpPr>
        <p:spPr>
          <a:xfrm>
            <a:off x="4842700" y="3611809"/>
            <a:ext cx="6096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1934" name="Google Shape;1934;p31"/>
          <p:cNvSpPr txBox="1">
            <a:spLocks noGrp="1"/>
          </p:cNvSpPr>
          <p:nvPr>
            <p:ph type="title" idx="4" hasCustomPrompt="1"/>
          </p:nvPr>
        </p:nvSpPr>
        <p:spPr>
          <a:xfrm>
            <a:off x="4842700" y="4553865"/>
            <a:ext cx="60960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5" name="Google Shape;1935;p31"/>
          <p:cNvSpPr txBox="1">
            <a:spLocks noGrp="1"/>
          </p:cNvSpPr>
          <p:nvPr>
            <p:ph type="subTitle" idx="5"/>
          </p:nvPr>
        </p:nvSpPr>
        <p:spPr>
          <a:xfrm>
            <a:off x="4842700" y="5529051"/>
            <a:ext cx="6096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grpSp>
        <p:nvGrpSpPr>
          <p:cNvPr id="1936" name="Google Shape;1936;p31"/>
          <p:cNvGrpSpPr/>
          <p:nvPr/>
        </p:nvGrpSpPr>
        <p:grpSpPr>
          <a:xfrm>
            <a:off x="-2373731" y="-524255"/>
            <a:ext cx="5713001" cy="8389532"/>
            <a:chOff x="-825491" y="-400170"/>
            <a:chExt cx="4053691" cy="5943840"/>
          </a:xfrm>
        </p:grpSpPr>
        <p:grpSp>
          <p:nvGrpSpPr>
            <p:cNvPr id="1937" name="Google Shape;1937;p31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1938" name="Google Shape;1938;p31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1939" name="Google Shape;1939;p31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0" name="Google Shape;1940;p31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1" name="Google Shape;1941;p31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2" name="Google Shape;1942;p31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3" name="Google Shape;1943;p31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4" name="Google Shape;1944;p31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5" name="Google Shape;1945;p31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6" name="Google Shape;1946;p31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7" name="Google Shape;1947;p31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8" name="Google Shape;1948;p31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49" name="Google Shape;1949;p31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0" name="Google Shape;1950;p31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1" name="Google Shape;1951;p31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2" name="Google Shape;1952;p31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3" name="Google Shape;1953;p31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54" name="Google Shape;1954;p31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955" name="Google Shape;1955;p31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1956" name="Google Shape;1956;p31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1957" name="Google Shape;1957;p31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8" name="Google Shape;1958;p31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9" name="Google Shape;1959;p31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0" name="Google Shape;1960;p31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1" name="Google Shape;1961;p31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2" name="Google Shape;1962;p31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3" name="Google Shape;1963;p31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4" name="Google Shape;1964;p31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5" name="Google Shape;1965;p31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6" name="Google Shape;1966;p31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7" name="Google Shape;1967;p31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8" name="Google Shape;1968;p31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9" name="Google Shape;1969;p31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0" name="Google Shape;1970;p31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1" name="Google Shape;1971;p31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2" name="Google Shape;1972;p31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3" name="Google Shape;1973;p31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4" name="Google Shape;1974;p31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5" name="Google Shape;1975;p31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6" name="Google Shape;1976;p31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7" name="Google Shape;1977;p31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8" name="Google Shape;1978;p31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9" name="Google Shape;1979;p31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0" name="Google Shape;1980;p31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1" name="Google Shape;1981;p31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2" name="Google Shape;1982;p31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3" name="Google Shape;1983;p31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4" name="Google Shape;1984;p31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5" name="Google Shape;1985;p31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6" name="Google Shape;1986;p31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7" name="Google Shape;1987;p31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8" name="Google Shape;1988;p31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9" name="Google Shape;1989;p31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0" name="Google Shape;1990;p31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1" name="Google Shape;1991;p31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2" name="Google Shape;1992;p31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3" name="Google Shape;1993;p31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4" name="Google Shape;1994;p31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5" name="Google Shape;1995;p31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6" name="Google Shape;1996;p31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7" name="Google Shape;1997;p31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8" name="Google Shape;1998;p31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9" name="Google Shape;1999;p31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0" name="Google Shape;2000;p31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1" name="Google Shape;2001;p31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2" name="Google Shape;2002;p31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3" name="Google Shape;2003;p31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4" name="Google Shape;2004;p31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5" name="Google Shape;2005;p31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6" name="Google Shape;2006;p31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7" name="Google Shape;2007;p31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8" name="Google Shape;2008;p31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9" name="Google Shape;2009;p31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0" name="Google Shape;2010;p31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1" name="Google Shape;2011;p31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2" name="Google Shape;2012;p31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3" name="Google Shape;2013;p31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4" name="Google Shape;2014;p31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5" name="Google Shape;2015;p31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6" name="Google Shape;2016;p31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7" name="Google Shape;2017;p31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8" name="Google Shape;2018;p31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9" name="Google Shape;2019;p31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0" name="Google Shape;2020;p31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1" name="Google Shape;2021;p31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2" name="Google Shape;2022;p31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3" name="Google Shape;2023;p31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4" name="Google Shape;2024;p31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5" name="Google Shape;2025;p31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6" name="Google Shape;2026;p31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7" name="Google Shape;2027;p31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8" name="Google Shape;2028;p31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9" name="Google Shape;2029;p31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0" name="Google Shape;2030;p31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1" name="Google Shape;2031;p31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2" name="Google Shape;2032;p31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3" name="Google Shape;2033;p31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4" name="Google Shape;2034;p31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5" name="Google Shape;2035;p31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6" name="Google Shape;2036;p31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7" name="Google Shape;2037;p31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8" name="Google Shape;2038;p31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9" name="Google Shape;2039;p31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0" name="Google Shape;2040;p31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1" name="Google Shape;2041;p31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2" name="Google Shape;2042;p31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3" name="Google Shape;2043;p31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4" name="Google Shape;2044;p31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5" name="Google Shape;2045;p31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6" name="Google Shape;2046;p31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7" name="Google Shape;2047;p31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8" name="Google Shape;2048;p31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9" name="Google Shape;2049;p31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0" name="Google Shape;2050;p31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1" name="Google Shape;2051;p31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2" name="Google Shape;2052;p31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3" name="Google Shape;2053;p31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4" name="Google Shape;2054;p31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5" name="Google Shape;2055;p31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6" name="Google Shape;2056;p31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7" name="Google Shape;2057;p31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8" name="Google Shape;2058;p31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9" name="Google Shape;2059;p31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0" name="Google Shape;2060;p31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1" name="Google Shape;2061;p31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2" name="Google Shape;2062;p31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3" name="Google Shape;2063;p31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4" name="Google Shape;2064;p31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5" name="Google Shape;2065;p31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6" name="Google Shape;2066;p31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7" name="Google Shape;2067;p31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8" name="Google Shape;2068;p31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9" name="Google Shape;2069;p31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0" name="Google Shape;2070;p31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1" name="Google Shape;2071;p31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2" name="Google Shape;2072;p31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3" name="Google Shape;2073;p31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4" name="Google Shape;2074;p31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8208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7" name="Google Shape;2077;p32"/>
          <p:cNvGrpSpPr/>
          <p:nvPr/>
        </p:nvGrpSpPr>
        <p:grpSpPr>
          <a:xfrm>
            <a:off x="7680333" y="3530601"/>
            <a:ext cx="5249059" cy="3471172"/>
            <a:chOff x="5379250" y="2571750"/>
            <a:chExt cx="3936794" cy="2603379"/>
          </a:xfrm>
        </p:grpSpPr>
        <p:grpSp>
          <p:nvGrpSpPr>
            <p:cNvPr id="2078" name="Google Shape;2078;p32"/>
            <p:cNvGrpSpPr/>
            <p:nvPr/>
          </p:nvGrpSpPr>
          <p:grpSpPr>
            <a:xfrm flipH="1">
              <a:off x="5379250" y="2571750"/>
              <a:ext cx="3936794" cy="2603379"/>
              <a:chOff x="-230683" y="2684575"/>
              <a:chExt cx="3936794" cy="2603379"/>
            </a:xfrm>
          </p:grpSpPr>
          <p:grpSp>
            <p:nvGrpSpPr>
              <p:cNvPr id="2079" name="Google Shape;2079;p32"/>
              <p:cNvGrpSpPr/>
              <p:nvPr/>
            </p:nvGrpSpPr>
            <p:grpSpPr>
              <a:xfrm>
                <a:off x="-230683" y="2702725"/>
                <a:ext cx="3936794" cy="2585228"/>
                <a:chOff x="-230683" y="2702725"/>
                <a:chExt cx="3936794" cy="2585228"/>
              </a:xfrm>
            </p:grpSpPr>
            <p:grpSp>
              <p:nvGrpSpPr>
                <p:cNvPr id="2080" name="Google Shape;2080;p32"/>
                <p:cNvGrpSpPr/>
                <p:nvPr/>
              </p:nvGrpSpPr>
              <p:grpSpPr>
                <a:xfrm>
                  <a:off x="-230683" y="3466303"/>
                  <a:ext cx="3936794" cy="1821650"/>
                  <a:chOff x="-240925" y="3502150"/>
                  <a:chExt cx="3936794" cy="1821650"/>
                </a:xfrm>
              </p:grpSpPr>
              <p:sp>
                <p:nvSpPr>
                  <p:cNvPr id="2081" name="Google Shape;2081;p32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2082" name="Google Shape;2082;p32"/>
                  <p:cNvSpPr/>
                  <p:nvPr/>
                </p:nvSpPr>
                <p:spPr>
                  <a:xfrm>
                    <a:off x="-173706" y="3507447"/>
                    <a:ext cx="3869575" cy="18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783" h="72463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9739" y="72463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3149" y="72165"/>
                        </a:lnTo>
                        <a:lnTo>
                          <a:pt x="140970" y="60960"/>
                        </a:lnTo>
                        <a:lnTo>
                          <a:pt x="154783" y="7216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sp>
                <p:nvSpPr>
                  <p:cNvPr id="2083" name="Google Shape;2083;p32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sp>
              <p:cxnSp>
                <p:nvCxnSpPr>
                  <p:cNvPr id="2084" name="Google Shape;2084;p32"/>
                  <p:cNvCxnSpPr/>
                  <p:nvPr/>
                </p:nvCxnSpPr>
                <p:spPr>
                  <a:xfrm flipH="1">
                    <a:off x="1959975" y="4791150"/>
                    <a:ext cx="489300" cy="522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2085" name="Google Shape;2085;p32"/>
                <p:cNvSpPr/>
                <p:nvPr/>
              </p:nvSpPr>
              <p:spPr>
                <a:xfrm>
                  <a:off x="-172639" y="2702725"/>
                  <a:ext cx="1768975" cy="25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9" h="100626" extrusionOk="0">
                      <a:moveTo>
                        <a:pt x="46248" y="100626"/>
                      </a:moveTo>
                      <a:lnTo>
                        <a:pt x="70759" y="80522"/>
                      </a:lnTo>
                      <a:lnTo>
                        <a:pt x="41437" y="76106"/>
                      </a:lnTo>
                      <a:lnTo>
                        <a:pt x="21960" y="43903"/>
                      </a:lnTo>
                      <a:lnTo>
                        <a:pt x="45482" y="21907"/>
                      </a:lnTo>
                      <a:lnTo>
                        <a:pt x="23575" y="0"/>
                      </a:lnTo>
                      <a:lnTo>
                        <a:pt x="0" y="30634"/>
                      </a:lnTo>
                      <a:lnTo>
                        <a:pt x="45472" y="2194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2086" name="Google Shape;2086;p32"/>
              <p:cNvGrpSpPr/>
              <p:nvPr/>
            </p:nvGrpSpPr>
            <p:grpSpPr>
              <a:xfrm>
                <a:off x="148117" y="2684575"/>
                <a:ext cx="2319521" cy="2300850"/>
                <a:chOff x="148117" y="2684575"/>
                <a:chExt cx="2319521" cy="2300850"/>
              </a:xfrm>
            </p:grpSpPr>
            <p:grpSp>
              <p:nvGrpSpPr>
                <p:cNvPr id="2087" name="Google Shape;2087;p32"/>
                <p:cNvGrpSpPr/>
                <p:nvPr/>
              </p:nvGrpSpPr>
              <p:grpSpPr>
                <a:xfrm>
                  <a:off x="148117" y="3784375"/>
                  <a:ext cx="2319521" cy="1201050"/>
                  <a:chOff x="137875" y="3820221"/>
                  <a:chExt cx="2319521" cy="1201050"/>
                </a:xfrm>
              </p:grpSpPr>
              <p:sp>
                <p:nvSpPr>
                  <p:cNvPr id="2088" name="Google Shape;2088;p32"/>
                  <p:cNvSpPr/>
                  <p:nvPr/>
                </p:nvSpPr>
                <p:spPr>
                  <a:xfrm>
                    <a:off x="137875" y="42313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89" name="Google Shape;2089;p32"/>
                  <p:cNvSpPr/>
                  <p:nvPr/>
                </p:nvSpPr>
                <p:spPr>
                  <a:xfrm>
                    <a:off x="347246" y="382022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90" name="Google Shape;2090;p32"/>
                  <p:cNvSpPr/>
                  <p:nvPr/>
                </p:nvSpPr>
                <p:spPr>
                  <a:xfrm>
                    <a:off x="829925" y="46169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91" name="Google Shape;2091;p32"/>
                  <p:cNvSpPr/>
                  <p:nvPr/>
                </p:nvSpPr>
                <p:spPr>
                  <a:xfrm>
                    <a:off x="316650" y="4869775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92" name="Google Shape;2092;p32"/>
                  <p:cNvSpPr/>
                  <p:nvPr/>
                </p:nvSpPr>
                <p:spPr>
                  <a:xfrm>
                    <a:off x="1744096" y="49846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2093" name="Google Shape;2093;p32"/>
                  <p:cNvSpPr/>
                  <p:nvPr/>
                </p:nvSpPr>
                <p:spPr>
                  <a:xfrm>
                    <a:off x="2420796" y="47752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2094" name="Google Shape;2094;p32"/>
                <p:cNvSpPr/>
                <p:nvPr/>
              </p:nvSpPr>
              <p:spPr>
                <a:xfrm>
                  <a:off x="936867" y="3231178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95" name="Google Shape;2095;p32"/>
                <p:cNvSpPr/>
                <p:nvPr/>
              </p:nvSpPr>
              <p:spPr>
                <a:xfrm>
                  <a:off x="399038" y="268457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2096" name="Google Shape;2096;p32"/>
            <p:cNvSpPr/>
            <p:nvPr/>
          </p:nvSpPr>
          <p:spPr>
            <a:xfrm flipH="1">
              <a:off x="8085073" y="5081875"/>
              <a:ext cx="36600" cy="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accent1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97" name="Google Shape;2097;p32"/>
          <p:cNvSpPr txBox="1">
            <a:spLocks noGrp="1"/>
          </p:cNvSpPr>
          <p:nvPr>
            <p:ph type="title" hasCustomPrompt="1"/>
          </p:nvPr>
        </p:nvSpPr>
        <p:spPr>
          <a:xfrm>
            <a:off x="1895775" y="2607633"/>
            <a:ext cx="12192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8" name="Google Shape;2098;p32"/>
          <p:cNvSpPr txBox="1">
            <a:spLocks noGrp="1"/>
          </p:cNvSpPr>
          <p:nvPr>
            <p:ph type="subTitle" idx="1"/>
          </p:nvPr>
        </p:nvSpPr>
        <p:spPr>
          <a:xfrm>
            <a:off x="950975" y="4738233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099" name="Google Shape;2099;p32"/>
          <p:cNvSpPr txBox="1">
            <a:spLocks noGrp="1"/>
          </p:cNvSpPr>
          <p:nvPr>
            <p:ph type="subTitle" idx="2"/>
          </p:nvPr>
        </p:nvSpPr>
        <p:spPr>
          <a:xfrm>
            <a:off x="950975" y="41286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00" name="Google Shape;2100;p32"/>
          <p:cNvSpPr txBox="1">
            <a:spLocks noGrp="1"/>
          </p:cNvSpPr>
          <p:nvPr>
            <p:ph type="title" idx="3" hasCustomPrompt="1"/>
          </p:nvPr>
        </p:nvSpPr>
        <p:spPr>
          <a:xfrm>
            <a:off x="5486396" y="2607633"/>
            <a:ext cx="12192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1" name="Google Shape;2101;p32"/>
          <p:cNvSpPr txBox="1">
            <a:spLocks noGrp="1"/>
          </p:cNvSpPr>
          <p:nvPr>
            <p:ph type="subTitle" idx="4"/>
          </p:nvPr>
        </p:nvSpPr>
        <p:spPr>
          <a:xfrm>
            <a:off x="4541596" y="4738233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02" name="Google Shape;2102;p32"/>
          <p:cNvSpPr txBox="1">
            <a:spLocks noGrp="1"/>
          </p:cNvSpPr>
          <p:nvPr>
            <p:ph type="subTitle" idx="5"/>
          </p:nvPr>
        </p:nvSpPr>
        <p:spPr>
          <a:xfrm>
            <a:off x="4541596" y="41286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03" name="Google Shape;2103;p32"/>
          <p:cNvSpPr txBox="1">
            <a:spLocks noGrp="1"/>
          </p:cNvSpPr>
          <p:nvPr>
            <p:ph type="title" idx="6" hasCustomPrompt="1"/>
          </p:nvPr>
        </p:nvSpPr>
        <p:spPr>
          <a:xfrm>
            <a:off x="9077000" y="2607633"/>
            <a:ext cx="12192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4" name="Google Shape;2104;p32"/>
          <p:cNvSpPr txBox="1">
            <a:spLocks noGrp="1"/>
          </p:cNvSpPr>
          <p:nvPr>
            <p:ph type="subTitle" idx="7"/>
          </p:nvPr>
        </p:nvSpPr>
        <p:spPr>
          <a:xfrm>
            <a:off x="8132200" y="4738233"/>
            <a:ext cx="3108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05" name="Google Shape;2105;p32"/>
          <p:cNvSpPr txBox="1">
            <a:spLocks noGrp="1"/>
          </p:cNvSpPr>
          <p:nvPr>
            <p:ph type="subTitle" idx="8"/>
          </p:nvPr>
        </p:nvSpPr>
        <p:spPr>
          <a:xfrm>
            <a:off x="8132200" y="4128617"/>
            <a:ext cx="3108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6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06" name="Google Shape;2106;p32"/>
          <p:cNvSpPr txBox="1">
            <a:spLocks noGrp="1"/>
          </p:cNvSpPr>
          <p:nvPr>
            <p:ph type="title" idx="9"/>
          </p:nvPr>
        </p:nvSpPr>
        <p:spPr>
          <a:xfrm>
            <a:off x="951000" y="719333"/>
            <a:ext cx="102900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19715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8" name="Google Shape;210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9" name="Google Shape;2109;p33"/>
          <p:cNvSpPr txBox="1">
            <a:spLocks noGrp="1"/>
          </p:cNvSpPr>
          <p:nvPr>
            <p:ph type="title"/>
          </p:nvPr>
        </p:nvSpPr>
        <p:spPr>
          <a:xfrm>
            <a:off x="3048000" y="719333"/>
            <a:ext cx="6096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2110" name="Google Shape;2110;p33"/>
          <p:cNvSpPr txBox="1">
            <a:spLocks noGrp="1"/>
          </p:cNvSpPr>
          <p:nvPr>
            <p:ph type="subTitle" idx="1"/>
          </p:nvPr>
        </p:nvSpPr>
        <p:spPr>
          <a:xfrm>
            <a:off x="3048000" y="2182368"/>
            <a:ext cx="60960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  <p:sp>
        <p:nvSpPr>
          <p:cNvPr id="2111" name="Google Shape;2111;p33"/>
          <p:cNvSpPr txBox="1"/>
          <p:nvPr/>
        </p:nvSpPr>
        <p:spPr>
          <a:xfrm>
            <a:off x="3048000" y="4803648"/>
            <a:ext cx="6096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CREDITS</a:t>
            </a:r>
            <a:r>
              <a:rPr lang="en" sz="1333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" sz="133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333" u="sng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333" u="sng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333" u="sng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endParaRPr sz="1333" u="sng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2112" name="Google Shape;2112;p33"/>
          <p:cNvGrpSpPr/>
          <p:nvPr/>
        </p:nvGrpSpPr>
        <p:grpSpPr>
          <a:xfrm>
            <a:off x="-243840" y="-487679"/>
            <a:ext cx="12677152" cy="7837348"/>
            <a:chOff x="-182880" y="-365760"/>
            <a:chExt cx="9507864" cy="5878011"/>
          </a:xfrm>
        </p:grpSpPr>
        <p:grpSp>
          <p:nvGrpSpPr>
            <p:cNvPr id="2113" name="Google Shape;2113;p33"/>
            <p:cNvGrpSpPr/>
            <p:nvPr/>
          </p:nvGrpSpPr>
          <p:grpSpPr>
            <a:xfrm flipH="1">
              <a:off x="-182880" y="-365760"/>
              <a:ext cx="1909200" cy="3513450"/>
              <a:chOff x="7415784" y="-91440"/>
              <a:chExt cx="1909200" cy="3513450"/>
            </a:xfrm>
          </p:grpSpPr>
          <p:grpSp>
            <p:nvGrpSpPr>
              <p:cNvPr id="2114" name="Google Shape;2114;p33"/>
              <p:cNvGrpSpPr/>
              <p:nvPr/>
            </p:nvGrpSpPr>
            <p:grpSpPr>
              <a:xfrm>
                <a:off x="7415784" y="-91440"/>
                <a:ext cx="1909200" cy="3513450"/>
                <a:chOff x="7425300" y="-36825"/>
                <a:chExt cx="1909200" cy="3513450"/>
              </a:xfrm>
            </p:grpSpPr>
            <p:sp>
              <p:nvSpPr>
                <p:cNvPr id="2115" name="Google Shape;2115;p33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2116" name="Google Shape;2116;p33"/>
                <p:cNvSpPr/>
                <p:nvPr/>
              </p:nvSpPr>
              <p:spPr>
                <a:xfrm>
                  <a:off x="7425300" y="-36825"/>
                  <a:ext cx="1889200" cy="136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8" h="54765" extrusionOk="0">
                      <a:moveTo>
                        <a:pt x="54939" y="42520"/>
                      </a:moveTo>
                      <a:lnTo>
                        <a:pt x="37152" y="19050"/>
                      </a:lnTo>
                      <a:lnTo>
                        <a:pt x="75568" y="31153"/>
                      </a:lnTo>
                      <a:lnTo>
                        <a:pt x="73568" y="3999"/>
                      </a:lnTo>
                      <a:lnTo>
                        <a:pt x="37047" y="19050"/>
                      </a:lnTo>
                      <a:lnTo>
                        <a:pt x="34100" y="0"/>
                      </a:lnTo>
                      <a:lnTo>
                        <a:pt x="0" y="7051"/>
                      </a:lnTo>
                      <a:lnTo>
                        <a:pt x="37152" y="19155"/>
                      </a:lnTo>
                      <a:lnTo>
                        <a:pt x="40697" y="5476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2117" name="Google Shape;2117;p33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2118" name="Google Shape;2118;p33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19" name="Google Shape;2119;p33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20" name="Google Shape;2120;p33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21" name="Google Shape;2121;p33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22" name="Google Shape;2122;p33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2123" name="Google Shape;2123;p33"/>
            <p:cNvGrpSpPr/>
            <p:nvPr/>
          </p:nvGrpSpPr>
          <p:grpSpPr>
            <a:xfrm rot="-5400000" flipH="1">
              <a:off x="7048709" y="3235976"/>
              <a:ext cx="3418275" cy="1134275"/>
              <a:chOff x="3407175" y="4321275"/>
              <a:chExt cx="3418275" cy="1134275"/>
            </a:xfrm>
          </p:grpSpPr>
          <p:grpSp>
            <p:nvGrpSpPr>
              <p:cNvPr id="2124" name="Google Shape;2124;p33"/>
              <p:cNvGrpSpPr/>
              <p:nvPr/>
            </p:nvGrpSpPr>
            <p:grpSpPr>
              <a:xfrm>
                <a:off x="3407175" y="4337800"/>
                <a:ext cx="3418275" cy="1117750"/>
                <a:chOff x="3739913" y="4337800"/>
                <a:chExt cx="3418275" cy="1117750"/>
              </a:xfrm>
            </p:grpSpPr>
            <p:sp>
              <p:nvSpPr>
                <p:cNvPr id="2125" name="Google Shape;2125;p33"/>
                <p:cNvSpPr/>
                <p:nvPr/>
              </p:nvSpPr>
              <p:spPr>
                <a:xfrm>
                  <a:off x="3739913" y="4337800"/>
                  <a:ext cx="3112025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1" h="44710" extrusionOk="0">
                      <a:moveTo>
                        <a:pt x="124481" y="17672"/>
                      </a:moveTo>
                      <a:lnTo>
                        <a:pt x="107139" y="30422"/>
                      </a:lnTo>
                      <a:lnTo>
                        <a:pt x="94757" y="44710"/>
                      </a:lnTo>
                      <a:lnTo>
                        <a:pt x="80469" y="30898"/>
                      </a:lnTo>
                      <a:lnTo>
                        <a:pt x="107181" y="30384"/>
                      </a:lnTo>
                      <a:lnTo>
                        <a:pt x="104734" y="0"/>
                      </a:lnTo>
                      <a:lnTo>
                        <a:pt x="80505" y="30863"/>
                      </a:lnTo>
                      <a:lnTo>
                        <a:pt x="28039" y="39584"/>
                      </a:lnTo>
                      <a:lnTo>
                        <a:pt x="28908" y="25549"/>
                      </a:lnTo>
                      <a:lnTo>
                        <a:pt x="80505" y="30863"/>
                      </a:lnTo>
                      <a:lnTo>
                        <a:pt x="57233" y="15998"/>
                      </a:lnTo>
                      <a:lnTo>
                        <a:pt x="29034" y="25660"/>
                      </a:lnTo>
                      <a:lnTo>
                        <a:pt x="0" y="34801"/>
                      </a:lnTo>
                      <a:lnTo>
                        <a:pt x="18557" y="12325"/>
                      </a:lnTo>
                      <a:lnTo>
                        <a:pt x="29015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  <p:sp>
              <p:nvSpPr>
                <p:cNvPr id="2126" name="Google Shape;2126;p33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</p:sp>
          </p:grpSp>
          <p:grpSp>
            <p:nvGrpSpPr>
              <p:cNvPr id="2127" name="Google Shape;2127;p33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2128" name="Google Shape;2128;p33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29" name="Google Shape;2129;p33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0" name="Google Shape;2130;p33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1" name="Google Shape;2131;p33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2" name="Google Shape;2132;p33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493466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4" name="Google Shape;2134;p34"/>
          <p:cNvGrpSpPr/>
          <p:nvPr/>
        </p:nvGrpSpPr>
        <p:grpSpPr>
          <a:xfrm rot="5400000" flipH="1">
            <a:off x="-530697" y="987013"/>
            <a:ext cx="7019372" cy="10308204"/>
            <a:chOff x="-825491" y="-400170"/>
            <a:chExt cx="4053691" cy="5943840"/>
          </a:xfrm>
        </p:grpSpPr>
        <p:grpSp>
          <p:nvGrpSpPr>
            <p:cNvPr id="2135" name="Google Shape;2135;p34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2136" name="Google Shape;2136;p34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2137" name="Google Shape;2137;p34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0" name="Google Shape;2140;p34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1" name="Google Shape;2141;p34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2" name="Google Shape;2142;p34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3" name="Google Shape;2143;p34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2153" name="Google Shape;2153;p34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2154" name="Google Shape;2154;p34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2155" name="Google Shape;2155;p3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6" name="Google Shape;2156;p3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7" name="Google Shape;2157;p3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8" name="Google Shape;2158;p3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9" name="Google Shape;2159;p3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0" name="Google Shape;2160;p3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1" name="Google Shape;2161;p3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2" name="Google Shape;2162;p3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3" name="Google Shape;2163;p3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4" name="Google Shape;2164;p3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5" name="Google Shape;2165;p3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6" name="Google Shape;2166;p3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7" name="Google Shape;2167;p3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8" name="Google Shape;2168;p3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9" name="Google Shape;2169;p3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0" name="Google Shape;2170;p3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1" name="Google Shape;2171;p3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2" name="Google Shape;2172;p3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3" name="Google Shape;2173;p3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4" name="Google Shape;2174;p3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5" name="Google Shape;2175;p3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6" name="Google Shape;2176;p3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7" name="Google Shape;2177;p3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8" name="Google Shape;2178;p3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9" name="Google Shape;2179;p3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0" name="Google Shape;2180;p3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1" name="Google Shape;2181;p3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2" name="Google Shape;2182;p3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3" name="Google Shape;2183;p3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4" name="Google Shape;2184;p3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5" name="Google Shape;2185;p3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6" name="Google Shape;2186;p3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7" name="Google Shape;2187;p3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8" name="Google Shape;2188;p3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9" name="Google Shape;2189;p3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0" name="Google Shape;2190;p3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1" name="Google Shape;2191;p3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2" name="Google Shape;2192;p3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3" name="Google Shape;2193;p3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4" name="Google Shape;2194;p3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5" name="Google Shape;2195;p3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6" name="Google Shape;2196;p3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7" name="Google Shape;2197;p3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8" name="Google Shape;2198;p3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9" name="Google Shape;2199;p3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0" name="Google Shape;2200;p3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1" name="Google Shape;2201;p3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2" name="Google Shape;2202;p3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3" name="Google Shape;2203;p3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4" name="Google Shape;2204;p3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5" name="Google Shape;2205;p3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6" name="Google Shape;2206;p3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7" name="Google Shape;2207;p3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8" name="Google Shape;2208;p3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9" name="Google Shape;2209;p3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0" name="Google Shape;2210;p3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1" name="Google Shape;2211;p3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2" name="Google Shape;2212;p3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3" name="Google Shape;2213;p3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4" name="Google Shape;2214;p3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5" name="Google Shape;2215;p3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6" name="Google Shape;2216;p3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7" name="Google Shape;2217;p3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8" name="Google Shape;2218;p3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9" name="Google Shape;2219;p3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0" name="Google Shape;2220;p3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1" name="Google Shape;2221;p3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2" name="Google Shape;2222;p3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3" name="Google Shape;2223;p3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4" name="Google Shape;2224;p3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5" name="Google Shape;2225;p3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6" name="Google Shape;2226;p3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7" name="Google Shape;2227;p3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8" name="Google Shape;2228;p3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9" name="Google Shape;2229;p3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0" name="Google Shape;2230;p3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1" name="Google Shape;2231;p3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2" name="Google Shape;2232;p3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3" name="Google Shape;2233;p3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4" name="Google Shape;2234;p3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5" name="Google Shape;2235;p3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6" name="Google Shape;2236;p3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7" name="Google Shape;2237;p3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8" name="Google Shape;2238;p3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9" name="Google Shape;2239;p3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0" name="Google Shape;2240;p3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1" name="Google Shape;2241;p3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2" name="Google Shape;2242;p3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3" name="Google Shape;2243;p3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4" name="Google Shape;2244;p3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5" name="Google Shape;2245;p3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6" name="Google Shape;2246;p3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7" name="Google Shape;2247;p3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8" name="Google Shape;2248;p3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9" name="Google Shape;2249;p3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0" name="Google Shape;2250;p3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1" name="Google Shape;2251;p3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2" name="Google Shape;2252;p3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3" name="Google Shape;2253;p3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4" name="Google Shape;2254;p3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5" name="Google Shape;2255;p3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6" name="Google Shape;2256;p3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7" name="Google Shape;2257;p3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8" name="Google Shape;2258;p3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9" name="Google Shape;2259;p3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0" name="Google Shape;2260;p3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1" name="Google Shape;2261;p3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2" name="Google Shape;2262;p3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3" name="Google Shape;2263;p3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4" name="Google Shape;2264;p3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5" name="Google Shape;2265;p3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6" name="Google Shape;2266;p3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7" name="Google Shape;2267;p3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8" name="Google Shape;2268;p3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9" name="Google Shape;2269;p3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0" name="Google Shape;2270;p3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1" name="Google Shape;2271;p3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2" name="Google Shape;2272;p3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2273" name="Google Shape;227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048"/>
            <a:ext cx="12192000" cy="6864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6948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2"/>
        </a:solidFill>
        <a:effectLst/>
      </p:bgPr>
    </p:bg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5" name="Google Shape;227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6" name="Google Shape;2276;p35"/>
          <p:cNvGrpSpPr/>
          <p:nvPr/>
        </p:nvGrpSpPr>
        <p:grpSpPr>
          <a:xfrm flipH="1">
            <a:off x="8505902" y="-524255"/>
            <a:ext cx="5713001" cy="8389532"/>
            <a:chOff x="-825491" y="-400170"/>
            <a:chExt cx="4053691" cy="5943840"/>
          </a:xfrm>
        </p:grpSpPr>
        <p:grpSp>
          <p:nvGrpSpPr>
            <p:cNvPr id="2277" name="Google Shape;2277;p35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2278" name="Google Shape;2278;p35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2279" name="Google Shape;2279;p35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0" name="Google Shape;2280;p35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1" name="Google Shape;2281;p35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2" name="Google Shape;2282;p35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3" name="Google Shape;2283;p35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4" name="Google Shape;2284;p35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5" name="Google Shape;2285;p35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6" name="Google Shape;2286;p35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7" name="Google Shape;2287;p35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8" name="Google Shape;2288;p35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89" name="Google Shape;2289;p35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0" name="Google Shape;2290;p35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1" name="Google Shape;2291;p35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2" name="Google Shape;2292;p35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3" name="Google Shape;2293;p35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294" name="Google Shape;2294;p35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2295" name="Google Shape;2295;p35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2296" name="Google Shape;2296;p35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2297" name="Google Shape;2297;p3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8" name="Google Shape;2298;p3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9" name="Google Shape;2299;p3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0" name="Google Shape;2300;p3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1" name="Google Shape;2301;p3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2" name="Google Shape;2302;p3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3" name="Google Shape;2303;p3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4" name="Google Shape;2304;p3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5" name="Google Shape;2305;p3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6" name="Google Shape;2306;p3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7" name="Google Shape;2307;p3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8" name="Google Shape;2308;p3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9" name="Google Shape;2309;p3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0" name="Google Shape;2310;p3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1" name="Google Shape;2311;p3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2" name="Google Shape;2312;p3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3" name="Google Shape;2313;p3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4" name="Google Shape;2314;p3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5" name="Google Shape;2315;p3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6" name="Google Shape;2316;p3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7" name="Google Shape;2317;p3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8" name="Google Shape;2318;p3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9" name="Google Shape;2319;p3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0" name="Google Shape;2320;p3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1" name="Google Shape;2321;p3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2" name="Google Shape;2322;p3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3" name="Google Shape;2323;p3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4" name="Google Shape;2324;p3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5" name="Google Shape;2325;p3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6" name="Google Shape;2326;p3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7" name="Google Shape;2327;p3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8" name="Google Shape;2328;p3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9" name="Google Shape;2329;p3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0" name="Google Shape;2330;p3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1" name="Google Shape;2331;p3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2" name="Google Shape;2332;p3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3" name="Google Shape;2333;p3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4" name="Google Shape;2334;p3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5" name="Google Shape;2335;p3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6" name="Google Shape;2336;p3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7" name="Google Shape;2337;p3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8" name="Google Shape;2338;p3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9" name="Google Shape;2339;p3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0" name="Google Shape;2340;p3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1" name="Google Shape;2341;p3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2" name="Google Shape;2342;p3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3" name="Google Shape;2343;p3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4" name="Google Shape;2344;p3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5" name="Google Shape;2345;p3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6" name="Google Shape;2346;p3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7" name="Google Shape;2347;p3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8" name="Google Shape;2348;p3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9" name="Google Shape;2349;p3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0" name="Google Shape;2350;p3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1" name="Google Shape;2351;p3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2" name="Google Shape;2352;p3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3" name="Google Shape;2353;p3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4" name="Google Shape;2354;p3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5" name="Google Shape;2355;p3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6" name="Google Shape;2356;p3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7" name="Google Shape;2357;p3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8" name="Google Shape;2358;p3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9" name="Google Shape;2359;p3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0" name="Google Shape;2360;p3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1" name="Google Shape;2361;p3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2" name="Google Shape;2362;p3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3" name="Google Shape;2363;p3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4" name="Google Shape;2364;p3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5" name="Google Shape;2365;p3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6" name="Google Shape;2366;p3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7" name="Google Shape;2367;p3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8" name="Google Shape;2368;p3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9" name="Google Shape;2369;p3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0" name="Google Shape;2370;p3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1" name="Google Shape;2371;p3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2" name="Google Shape;2372;p3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3" name="Google Shape;2373;p3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4" name="Google Shape;2374;p3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5" name="Google Shape;2375;p3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6" name="Google Shape;2376;p3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7" name="Google Shape;2377;p3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8" name="Google Shape;2378;p3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9" name="Google Shape;2379;p3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0" name="Google Shape;2380;p3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1" name="Google Shape;2381;p3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2" name="Google Shape;2382;p3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3" name="Google Shape;2383;p3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4" name="Google Shape;2384;p3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5" name="Google Shape;2385;p3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6" name="Google Shape;2386;p3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7" name="Google Shape;2387;p3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8" name="Google Shape;2388;p3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9" name="Google Shape;2389;p3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0" name="Google Shape;2390;p3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1" name="Google Shape;2391;p3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2" name="Google Shape;2392;p3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3" name="Google Shape;2393;p3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4" name="Google Shape;2394;p3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5" name="Google Shape;2395;p3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6" name="Google Shape;2396;p3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7" name="Google Shape;2397;p3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8" name="Google Shape;2398;p3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9" name="Google Shape;2399;p3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0" name="Google Shape;2400;p3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1" name="Google Shape;2401;p3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2" name="Google Shape;2402;p3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3" name="Google Shape;2403;p3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4" name="Google Shape;2404;p3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5" name="Google Shape;2405;p3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6" name="Google Shape;2406;p3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7" name="Google Shape;2407;p3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8" name="Google Shape;2408;p3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9" name="Google Shape;2409;p3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0" name="Google Shape;2410;p3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1" name="Google Shape;2411;p3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2" name="Google Shape;2412;p3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3" name="Google Shape;2413;p3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4" name="Google Shape;2414;p3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9119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8378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38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616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15771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3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17" name="Google Shape;2417;p3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55857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F30945-7B97-EEB0-DD11-1FD91294E0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b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F08DDEAB-517F-0F1A-31F1-4D5ABF27E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MLADI BOGATI TUESARI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46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8F34E19F-0DC0-147F-5877-CF6413D8594D}"/>
              </a:ext>
            </a:extLst>
          </p:cNvPr>
          <p:cNvSpPr txBox="1"/>
          <p:nvPr/>
        </p:nvSpPr>
        <p:spPr>
          <a:xfrm>
            <a:off x="1055077" y="1195754"/>
            <a:ext cx="103221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lang="bg-BG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Google Shape;36;p4">
            <a:extLst>
              <a:ext uri="{FF2B5EF4-FFF2-40B4-BE49-F238E27FC236}">
                <a16:creationId xmlns:a16="http://schemas.microsoft.com/office/drawing/2014/main" id="{B43B0E0B-4A16-B265-3838-9D1EA660719C}"/>
              </a:ext>
            </a:extLst>
          </p:cNvPr>
          <p:cNvSpPr/>
          <p:nvPr/>
        </p:nvSpPr>
        <p:spPr>
          <a:xfrm>
            <a:off x="1055077" y="1976980"/>
            <a:ext cx="4610400" cy="4610400"/>
          </a:xfrm>
          <a:prstGeom prst="rect">
            <a:avLst/>
          </a:prstGeom>
          <a:solidFill>
            <a:schemeClr val="tx1">
              <a:alpha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9;p4">
            <a:extLst>
              <a:ext uri="{FF2B5EF4-FFF2-40B4-BE49-F238E27FC236}">
                <a16:creationId xmlns:a16="http://schemas.microsoft.com/office/drawing/2014/main" id="{590A7FD8-C542-055F-6C11-3CFFD53F5501}"/>
              </a:ext>
            </a:extLst>
          </p:cNvPr>
          <p:cNvSpPr/>
          <p:nvPr/>
        </p:nvSpPr>
        <p:spPr>
          <a:xfrm>
            <a:off x="6216161" y="1976980"/>
            <a:ext cx="4610400" cy="4610400"/>
          </a:xfrm>
          <a:prstGeom prst="rect">
            <a:avLst/>
          </a:prstGeom>
          <a:solidFill>
            <a:srgbClr val="FFA500">
              <a:alpha val="5100"/>
            </a:srgb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39;p4" descr="preencoded.png">
            <a:extLst>
              <a:ext uri="{FF2B5EF4-FFF2-40B4-BE49-F238E27FC236}">
                <a16:creationId xmlns:a16="http://schemas.microsoft.com/office/drawing/2014/main" id="{5703F1AE-A91D-921E-828C-D970D2ADDEA0}"/>
              </a:ext>
            </a:extLst>
          </p:cNvPr>
          <p:cNvPicPr preferRelativeResize="0"/>
          <p:nvPr/>
        </p:nvPicPr>
        <p:blipFill rotWithShape="1">
          <a:blip r:embed="rId2">
            <a:alphaModFix/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462773" y="2304245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8;p4">
            <a:extLst>
              <a:ext uri="{FF2B5EF4-FFF2-40B4-BE49-F238E27FC236}">
                <a16:creationId xmlns:a16="http://schemas.microsoft.com/office/drawing/2014/main" id="{B7FEB244-4A9D-1B93-8DDB-4C293A4A500F}"/>
              </a:ext>
            </a:extLst>
          </p:cNvPr>
          <p:cNvSpPr/>
          <p:nvPr/>
        </p:nvSpPr>
        <p:spPr>
          <a:xfrm>
            <a:off x="1284900" y="2180639"/>
            <a:ext cx="609900" cy="6099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54;p4" descr="preencoded.png">
            <a:extLst>
              <a:ext uri="{FF2B5EF4-FFF2-40B4-BE49-F238E27FC236}">
                <a16:creationId xmlns:a16="http://schemas.microsoft.com/office/drawing/2014/main" id="{8296BF3A-AEFC-87B2-99A5-8B35469520AA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6734556" y="2347835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3;p4">
            <a:extLst>
              <a:ext uri="{FF2B5EF4-FFF2-40B4-BE49-F238E27FC236}">
                <a16:creationId xmlns:a16="http://schemas.microsoft.com/office/drawing/2014/main" id="{5C8A6CD8-9FBE-46BD-3184-569E507FD849}"/>
              </a:ext>
            </a:extLst>
          </p:cNvPr>
          <p:cNvSpPr/>
          <p:nvPr/>
        </p:nvSpPr>
        <p:spPr>
          <a:xfrm>
            <a:off x="6553507" y="2180639"/>
            <a:ext cx="609900" cy="6099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42;p4">
            <a:extLst>
              <a:ext uri="{FF2B5EF4-FFF2-40B4-BE49-F238E27FC236}">
                <a16:creationId xmlns:a16="http://schemas.microsoft.com/office/drawing/2014/main" id="{0C1616E7-246C-6255-36B2-9D6EBE780201}"/>
              </a:ext>
            </a:extLst>
          </p:cNvPr>
          <p:cNvSpPr txBox="1"/>
          <p:nvPr/>
        </p:nvSpPr>
        <p:spPr>
          <a:xfrm>
            <a:off x="1426327" y="3124168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lang="en-US" sz="1500" b="1" i="0" u="none" strike="noStrike" cap="none" dirty="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Трудна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ориентация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динамична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градска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среда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4;p4">
            <a:extLst>
              <a:ext uri="{FF2B5EF4-FFF2-40B4-BE49-F238E27FC236}">
                <a16:creationId xmlns:a16="http://schemas.microsoft.com/office/drawing/2014/main" id="{977D28B9-F320-7EC0-2A57-151787D5FC65}"/>
              </a:ext>
            </a:extLst>
          </p:cNvPr>
          <p:cNvSpPr txBox="1"/>
          <p:nvPr/>
        </p:nvSpPr>
        <p:spPr>
          <a:xfrm>
            <a:off x="1462773" y="4098259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lang="en-US" sz="1500" b="1" i="0" u="none" strike="noStrike" cap="none" dirty="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Бастунът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засича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препятствия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само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1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метър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разстояние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48;p4">
            <a:extLst>
              <a:ext uri="{FF2B5EF4-FFF2-40B4-BE49-F238E27FC236}">
                <a16:creationId xmlns:a16="http://schemas.microsoft.com/office/drawing/2014/main" id="{7817D961-CE38-8F26-0CA3-880727E50020}"/>
              </a:ext>
            </a:extLst>
          </p:cNvPr>
          <p:cNvSpPr txBox="1"/>
          <p:nvPr/>
        </p:nvSpPr>
        <p:spPr>
          <a:xfrm>
            <a:off x="1426327" y="5086794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lang="en-US" sz="1500" b="1" i="0" u="none" strike="noStrike" cap="none" dirty="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Невъзможност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за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четене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табели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500" b="0" i="0" u="none" strike="noStrike" cap="none" dirty="0" err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надписи</a:t>
            </a:r>
            <a:r>
              <a:rPr lang="en-US" sz="1500" b="0" i="0" u="none" strike="noStrike" cap="none" dirty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57;p4">
            <a:extLst>
              <a:ext uri="{FF2B5EF4-FFF2-40B4-BE49-F238E27FC236}">
                <a16:creationId xmlns:a16="http://schemas.microsoft.com/office/drawing/2014/main" id="{BF9A01B0-589E-E1F1-E5B2-1855591A339F}"/>
              </a:ext>
            </a:extLst>
          </p:cNvPr>
          <p:cNvSpPr txBox="1"/>
          <p:nvPr/>
        </p:nvSpPr>
        <p:spPr>
          <a:xfrm>
            <a:off x="6553507" y="2846968"/>
            <a:ext cx="4077300" cy="848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Бял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бастун</a:t>
            </a:r>
            <a:r>
              <a:rPr lang="en-US" sz="1500" b="1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Ниска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информативност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изисква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физически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контакт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с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обекта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59;p4">
            <a:extLst>
              <a:ext uri="{FF2B5EF4-FFF2-40B4-BE49-F238E27FC236}">
                <a16:creationId xmlns:a16="http://schemas.microsoft.com/office/drawing/2014/main" id="{E1F95782-1C6A-9E09-4ABD-50BA38D412DE}"/>
              </a:ext>
            </a:extLst>
          </p:cNvPr>
          <p:cNvSpPr txBox="1"/>
          <p:nvPr/>
        </p:nvSpPr>
        <p:spPr>
          <a:xfrm>
            <a:off x="6553507" y="3999627"/>
            <a:ext cx="4077300" cy="60117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Мобилни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приложения</a:t>
            </a:r>
            <a:r>
              <a:rPr lang="en-US" sz="1500" b="1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Изискват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държане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телефон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заети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ръце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),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нестабилна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точност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60;p4">
            <a:extLst>
              <a:ext uri="{FF2B5EF4-FFF2-40B4-BE49-F238E27FC236}">
                <a16:creationId xmlns:a16="http://schemas.microsoft.com/office/drawing/2014/main" id="{7BA544E8-4619-EB5A-0BB3-151F51674BEA}"/>
              </a:ext>
            </a:extLst>
          </p:cNvPr>
          <p:cNvSpPr txBox="1"/>
          <p:nvPr/>
        </p:nvSpPr>
        <p:spPr>
          <a:xfrm>
            <a:off x="6553507" y="4809594"/>
            <a:ext cx="40773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Специализирани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очила</a:t>
            </a:r>
            <a:r>
              <a:rPr lang="en-US" sz="1500" b="1" dirty="0" err="1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Често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струват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хиляди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евро</a:t>
            </a:r>
            <a:r>
              <a:rPr lang="en-US" sz="13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 са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трудни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за </a:t>
            </a:r>
            <a:r>
              <a:rPr lang="en-US" sz="13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поддръжка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790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3FAE0C4-6947-1C37-A433-8142A552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48916"/>
            <a:ext cx="8534400" cy="1463200"/>
          </a:xfrm>
        </p:spPr>
        <p:txBody>
          <a:bodyPr/>
          <a:lstStyle/>
          <a:p>
            <a:r>
              <a:rPr lang="bg-BG" sz="7200" b="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lang="en-US" sz="7200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3A68C1F0-99ED-0C40-C194-D1DBF8CDC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150444"/>
            <a:ext cx="8534400" cy="609600"/>
          </a:xfrm>
        </p:spPr>
        <p:txBody>
          <a:bodyPr/>
          <a:lstStyle/>
          <a:p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Да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помогне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хората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, загубили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зрението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си, да се справят с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ежедневието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си и да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възвърнат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своята свобода и </a:t>
            </a:r>
            <a:r>
              <a:rPr lang="ru-RU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увереност</a:t>
            </a:r>
            <a:r>
              <a:rPr lang="ru-RU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</a:t>
            </a:r>
            <a:endParaRPr lang="ru-RU" sz="2400" dirty="0"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6F058AFE-7AD1-5666-771F-DD00BA2FC761}"/>
              </a:ext>
            </a:extLst>
          </p:cNvPr>
          <p:cNvSpPr txBox="1"/>
          <p:nvPr/>
        </p:nvSpPr>
        <p:spPr>
          <a:xfrm>
            <a:off x="3247644" y="3675888"/>
            <a:ext cx="5696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Постигане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на </a:t>
            </a:r>
            <a:r>
              <a:rPr lang="ru-RU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самостоятелност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безопасност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за потребителя </a:t>
            </a:r>
            <a:endParaRPr lang="ru-RU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89C154BA-C3C8-4990-D3F8-ADF53FD75848}"/>
              </a:ext>
            </a:extLst>
          </p:cNvPr>
          <p:cNvSpPr txBox="1"/>
          <p:nvPr/>
        </p:nvSpPr>
        <p:spPr>
          <a:xfrm>
            <a:off x="3247644" y="4066032"/>
            <a:ext cx="569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FFFFFF"/>
              </a:buClr>
              <a:buSzPts val="1800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Описване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на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сцени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b="1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разпознаване</a:t>
            </a:r>
            <a:r>
              <a:rPr lang="ru-RU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на текст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реално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време (AI) </a:t>
            </a:r>
            <a:endParaRPr lang="ru-RU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44F99CB9-AC2D-D605-D8D9-D39AC5B05764}"/>
              </a:ext>
            </a:extLst>
          </p:cNvPr>
          <p:cNvSpPr txBox="1"/>
          <p:nvPr/>
        </p:nvSpPr>
        <p:spPr>
          <a:xfrm>
            <a:off x="3247644" y="4456176"/>
            <a:ext cx="5696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FFFFFF"/>
              </a:buClr>
              <a:buSzPts val="1800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Хаптична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навигация чрез </a:t>
            </a:r>
            <a:r>
              <a:rPr lang="ru-RU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вибрации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според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близостта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на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препятствията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027DBBB5-38EE-7208-94A8-D83AB20BCC40}"/>
              </a:ext>
            </a:extLst>
          </p:cNvPr>
          <p:cNvSpPr txBox="1"/>
          <p:nvPr/>
        </p:nvSpPr>
        <p:spPr>
          <a:xfrm>
            <a:off x="3247644" y="5061763"/>
            <a:ext cx="569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FFFFFF"/>
              </a:buClr>
              <a:buSzPts val="1800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Аудио обратна </a:t>
            </a:r>
            <a:r>
              <a:rPr lang="ru-RU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връзка</a:t>
            </a: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с </a:t>
            </a:r>
            <a:r>
              <a:rPr lang="ru-RU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естествен глас</a:t>
            </a:r>
            <a:endParaRPr lang="ru-RU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76;p5">
            <a:extLst>
              <a:ext uri="{FF2B5EF4-FFF2-40B4-BE49-F238E27FC236}">
                <a16:creationId xmlns:a16="http://schemas.microsoft.com/office/drawing/2014/main" id="{9911FA9D-E6FA-B873-85C9-AA50066709B4}"/>
              </a:ext>
            </a:extLst>
          </p:cNvPr>
          <p:cNvSpPr/>
          <p:nvPr/>
        </p:nvSpPr>
        <p:spPr>
          <a:xfrm>
            <a:off x="3200094" y="3796231"/>
            <a:ext cx="95100" cy="95100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6;p5">
            <a:extLst>
              <a:ext uri="{FF2B5EF4-FFF2-40B4-BE49-F238E27FC236}">
                <a16:creationId xmlns:a16="http://schemas.microsoft.com/office/drawing/2014/main" id="{9B788DCB-0822-40AC-96AA-596277E66C43}"/>
              </a:ext>
            </a:extLst>
          </p:cNvPr>
          <p:cNvSpPr/>
          <p:nvPr/>
        </p:nvSpPr>
        <p:spPr>
          <a:xfrm>
            <a:off x="3176319" y="4186375"/>
            <a:ext cx="95100" cy="95100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6;p5">
            <a:extLst>
              <a:ext uri="{FF2B5EF4-FFF2-40B4-BE49-F238E27FC236}">
                <a16:creationId xmlns:a16="http://schemas.microsoft.com/office/drawing/2014/main" id="{1CC2CB69-332F-D87C-AB21-2C470DF160E5}"/>
              </a:ext>
            </a:extLst>
          </p:cNvPr>
          <p:cNvSpPr/>
          <p:nvPr/>
        </p:nvSpPr>
        <p:spPr>
          <a:xfrm>
            <a:off x="3200094" y="4624069"/>
            <a:ext cx="95100" cy="95100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6;p5">
            <a:extLst>
              <a:ext uri="{FF2B5EF4-FFF2-40B4-BE49-F238E27FC236}">
                <a16:creationId xmlns:a16="http://schemas.microsoft.com/office/drawing/2014/main" id="{01E59198-384B-5A5A-01F6-B4F0DB79D46E}"/>
              </a:ext>
            </a:extLst>
          </p:cNvPr>
          <p:cNvSpPr/>
          <p:nvPr/>
        </p:nvSpPr>
        <p:spPr>
          <a:xfrm>
            <a:off x="3176319" y="5103143"/>
            <a:ext cx="95100" cy="95100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34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0658726-B0F3-FD3D-C7FF-082057CA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Нашето решение: </a:t>
            </a:r>
            <a:r>
              <a:rPr lang="en-US" sz="2800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br>
              <a:rPr lang="en-US" sz="2800" b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189F148-B561-B20D-65D2-20EA317479E1}"/>
              </a:ext>
            </a:extLst>
          </p:cNvPr>
          <p:cNvSpPr/>
          <p:nvPr/>
        </p:nvSpPr>
        <p:spPr>
          <a:xfrm>
            <a:off x="4888523" y="2813539"/>
            <a:ext cx="1758462" cy="17584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авоъгълник 4">
            <a:extLst>
              <a:ext uri="{FF2B5EF4-FFF2-40B4-BE49-F238E27FC236}">
                <a16:creationId xmlns:a16="http://schemas.microsoft.com/office/drawing/2014/main" id="{3655050B-DB71-641A-F811-B49C394A40C5}"/>
              </a:ext>
            </a:extLst>
          </p:cNvPr>
          <p:cNvSpPr/>
          <p:nvPr/>
        </p:nvSpPr>
        <p:spPr>
          <a:xfrm>
            <a:off x="1477107" y="1670539"/>
            <a:ext cx="2611315" cy="1248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авоъгълник 5">
            <a:extLst>
              <a:ext uri="{FF2B5EF4-FFF2-40B4-BE49-F238E27FC236}">
                <a16:creationId xmlns:a16="http://schemas.microsoft.com/office/drawing/2014/main" id="{1BCBFDE2-08FB-C60A-4BA4-F82A852C19CB}"/>
              </a:ext>
            </a:extLst>
          </p:cNvPr>
          <p:cNvSpPr/>
          <p:nvPr/>
        </p:nvSpPr>
        <p:spPr>
          <a:xfrm>
            <a:off x="1477107" y="4126523"/>
            <a:ext cx="2611315" cy="1248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9A0793A0-A407-1495-F766-05B8350EB14B}"/>
              </a:ext>
            </a:extLst>
          </p:cNvPr>
          <p:cNvSpPr/>
          <p:nvPr/>
        </p:nvSpPr>
        <p:spPr>
          <a:xfrm>
            <a:off x="7447086" y="1670539"/>
            <a:ext cx="2611315" cy="1248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авоъгълник 7">
            <a:extLst>
              <a:ext uri="{FF2B5EF4-FFF2-40B4-BE49-F238E27FC236}">
                <a16:creationId xmlns:a16="http://schemas.microsoft.com/office/drawing/2014/main" id="{D71538D2-C5AF-41C9-418B-C32FA162A207}"/>
              </a:ext>
            </a:extLst>
          </p:cNvPr>
          <p:cNvSpPr/>
          <p:nvPr/>
        </p:nvSpPr>
        <p:spPr>
          <a:xfrm>
            <a:off x="7447086" y="4126523"/>
            <a:ext cx="2611315" cy="1248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oogle Shape;108;p6" descr="preencoded.png">
            <a:extLst>
              <a:ext uri="{FF2B5EF4-FFF2-40B4-BE49-F238E27FC236}">
                <a16:creationId xmlns:a16="http://schemas.microsoft.com/office/drawing/2014/main" id="{D6AFFEC3-88B4-1A17-2754-4768B93AC8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86906" y="3062731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Текстово поле 11">
            <a:extLst>
              <a:ext uri="{FF2B5EF4-FFF2-40B4-BE49-F238E27FC236}">
                <a16:creationId xmlns:a16="http://schemas.microsoft.com/office/drawing/2014/main" id="{E5854B06-44B1-60B5-86BC-2D6A5CC89FE0}"/>
              </a:ext>
            </a:extLst>
          </p:cNvPr>
          <p:cNvSpPr txBox="1"/>
          <p:nvPr/>
        </p:nvSpPr>
        <p:spPr>
          <a:xfrm>
            <a:off x="1968201" y="1811032"/>
            <a:ext cx="2198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Камера &amp; Сензори</a:t>
            </a:r>
            <a:endParaRPr lang="bg-B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pic>
        <p:nvPicPr>
          <p:cNvPr id="13" name="Google Shape;110;p6" descr="preencoded.png">
            <a:extLst>
              <a:ext uri="{FF2B5EF4-FFF2-40B4-BE49-F238E27FC236}">
                <a16:creationId xmlns:a16="http://schemas.microsoft.com/office/drawing/2014/main" id="{D9119CA5-8095-2F19-B84E-FBE44DE47ED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biLevel thresh="50000"/>
          </a:blip>
          <a:srcRect/>
          <a:stretch/>
        </p:blipFill>
        <p:spPr>
          <a:xfrm>
            <a:off x="1604937" y="1811032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Текстово поле 13">
            <a:extLst>
              <a:ext uri="{FF2B5EF4-FFF2-40B4-BE49-F238E27FC236}">
                <a16:creationId xmlns:a16="http://schemas.microsoft.com/office/drawing/2014/main" id="{E87FF3CA-095F-13B2-E955-4B17A3929AF8}"/>
              </a:ext>
            </a:extLst>
          </p:cNvPr>
          <p:cNvSpPr txBox="1"/>
          <p:nvPr/>
        </p:nvSpPr>
        <p:spPr>
          <a:xfrm>
            <a:off x="8088924" y="1811032"/>
            <a:ext cx="213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</a:t>
            </a:r>
            <a:r>
              <a:rPr lang="bg-BG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Анализ (</a:t>
            </a:r>
            <a:r>
              <a:rPr lang="en-US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Gemini)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pic>
        <p:nvPicPr>
          <p:cNvPr id="15" name="Google Shape;113;p6" descr="preencoded.png">
            <a:extLst>
              <a:ext uri="{FF2B5EF4-FFF2-40B4-BE49-F238E27FC236}">
                <a16:creationId xmlns:a16="http://schemas.microsoft.com/office/drawing/2014/main" id="{2F04506C-6437-E722-5324-5DB7500DA0F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50000"/>
          </a:blip>
          <a:srcRect/>
          <a:stretch/>
        </p:blipFill>
        <p:spPr>
          <a:xfrm>
            <a:off x="7619031" y="1811032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15;p6">
            <a:extLst>
              <a:ext uri="{FF2B5EF4-FFF2-40B4-BE49-F238E27FC236}">
                <a16:creationId xmlns:a16="http://schemas.microsoft.com/office/drawing/2014/main" id="{205028ED-9083-6BC1-D278-738448F372C8}"/>
              </a:ext>
            </a:extLst>
          </p:cNvPr>
          <p:cNvSpPr txBox="1"/>
          <p:nvPr/>
        </p:nvSpPr>
        <p:spPr>
          <a:xfrm>
            <a:off x="7761993" y="2150697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Обработка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реално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време за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разпознаване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обекти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текст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12;p6">
            <a:extLst>
              <a:ext uri="{FF2B5EF4-FFF2-40B4-BE49-F238E27FC236}">
                <a16:creationId xmlns:a16="http://schemas.microsoft.com/office/drawing/2014/main" id="{43DF0071-4E19-3C85-4700-93B8C0DE926B}"/>
              </a:ext>
            </a:extLst>
          </p:cNvPr>
          <p:cNvSpPr txBox="1"/>
          <p:nvPr/>
        </p:nvSpPr>
        <p:spPr>
          <a:xfrm>
            <a:off x="1909432" y="2132926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Заснемане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средата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ултразвуково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измерване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разстояния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Текстово поле 17">
            <a:extLst>
              <a:ext uri="{FF2B5EF4-FFF2-40B4-BE49-F238E27FC236}">
                <a16:creationId xmlns:a16="http://schemas.microsoft.com/office/drawing/2014/main" id="{A2107A18-09F8-BB0E-A35E-6078388674C5}"/>
              </a:ext>
            </a:extLst>
          </p:cNvPr>
          <p:cNvSpPr txBox="1"/>
          <p:nvPr/>
        </p:nvSpPr>
        <p:spPr>
          <a:xfrm>
            <a:off x="1909432" y="4310391"/>
            <a:ext cx="217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Гласови съобщения</a:t>
            </a:r>
            <a:endParaRPr lang="bg-B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pic>
        <p:nvPicPr>
          <p:cNvPr id="19" name="Google Shape;116;p6" descr="preencoded.png">
            <a:extLst>
              <a:ext uri="{FF2B5EF4-FFF2-40B4-BE49-F238E27FC236}">
                <a16:creationId xmlns:a16="http://schemas.microsoft.com/office/drawing/2014/main" id="{498A8D45-012D-0494-93CB-205722364CC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biLevel thresh="50000"/>
          </a:blip>
          <a:srcRect l="-90" r="-90"/>
          <a:stretch/>
        </p:blipFill>
        <p:spPr>
          <a:xfrm>
            <a:off x="1566531" y="4310391"/>
            <a:ext cx="381305" cy="30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19;p6" descr="preencoded.png">
            <a:extLst>
              <a:ext uri="{FF2B5EF4-FFF2-40B4-BE49-F238E27FC236}">
                <a16:creationId xmlns:a16="http://schemas.microsoft.com/office/drawing/2014/main" id="{ACBDDA13-FCB1-11F1-2A5E-92CF89BBB6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biLevel thresh="50000"/>
          </a:blip>
          <a:srcRect l="-50" r="-50"/>
          <a:stretch/>
        </p:blipFill>
        <p:spPr>
          <a:xfrm>
            <a:off x="7619031" y="4228569"/>
            <a:ext cx="3429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20;p6">
            <a:extLst>
              <a:ext uri="{FF2B5EF4-FFF2-40B4-BE49-F238E27FC236}">
                <a16:creationId xmlns:a16="http://schemas.microsoft.com/office/drawing/2014/main" id="{CB796780-5B90-C7EB-9DC9-F5EB5852CE37}"/>
              </a:ext>
            </a:extLst>
          </p:cNvPr>
          <p:cNvSpPr txBox="1"/>
          <p:nvPr/>
        </p:nvSpPr>
        <p:spPr>
          <a:xfrm>
            <a:off x="8088924" y="4275666"/>
            <a:ext cx="19815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Модулен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дизайн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21;p6">
            <a:extLst>
              <a:ext uri="{FF2B5EF4-FFF2-40B4-BE49-F238E27FC236}">
                <a16:creationId xmlns:a16="http://schemas.microsoft.com/office/drawing/2014/main" id="{C7EC428E-4651-2A82-7909-58AE89838C6F}"/>
              </a:ext>
            </a:extLst>
          </p:cNvPr>
          <p:cNvSpPr txBox="1"/>
          <p:nvPr/>
        </p:nvSpPr>
        <p:spPr>
          <a:xfrm>
            <a:off x="7790481" y="4627295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Лесна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подмяна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компоненти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гъвкава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архитектура.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18;p6">
            <a:extLst>
              <a:ext uri="{FF2B5EF4-FFF2-40B4-BE49-F238E27FC236}">
                <a16:creationId xmlns:a16="http://schemas.microsoft.com/office/drawing/2014/main" id="{552578F4-9F9D-5E8A-7A6B-FCA12621B829}"/>
              </a:ext>
            </a:extLst>
          </p:cNvPr>
          <p:cNvSpPr txBox="1"/>
          <p:nvPr/>
        </p:nvSpPr>
        <p:spPr>
          <a:xfrm>
            <a:off x="1792014" y="4629693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Text-to-Speech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аудио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инструкции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български</a:t>
            </a:r>
            <a:r>
              <a:rPr lang="en-US" sz="10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език.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09;p6">
            <a:extLst>
              <a:ext uri="{FF2B5EF4-FFF2-40B4-BE49-F238E27FC236}">
                <a16:creationId xmlns:a16="http://schemas.microsoft.com/office/drawing/2014/main" id="{121D8681-E670-F3EF-3BBC-FA48EF461FBF}"/>
              </a:ext>
            </a:extLst>
          </p:cNvPr>
          <p:cNvSpPr txBox="1"/>
          <p:nvPr/>
        </p:nvSpPr>
        <p:spPr>
          <a:xfrm>
            <a:off x="4579004" y="3982315"/>
            <a:ext cx="23775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Share Tech Mono"/>
              <a:buNone/>
            </a:pPr>
            <a:r>
              <a:rPr lang="en-US" sz="1300" b="1" i="0" u="none" strike="noStrike" cap="none" dirty="0">
                <a:solidFill>
                  <a:schemeClr val="tx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Raspberry Pi 4</a:t>
            </a:r>
            <a:endParaRPr sz="1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98;p6">
            <a:extLst>
              <a:ext uri="{FF2B5EF4-FFF2-40B4-BE49-F238E27FC236}">
                <a16:creationId xmlns:a16="http://schemas.microsoft.com/office/drawing/2014/main" id="{547B5C0B-A8F3-CBA8-B29A-1690D98344CE}"/>
              </a:ext>
            </a:extLst>
          </p:cNvPr>
          <p:cNvSpPr/>
          <p:nvPr/>
        </p:nvSpPr>
        <p:spPr>
          <a:xfrm rot="8100000">
            <a:off x="4641545" y="2652531"/>
            <a:ext cx="113703" cy="32201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24;p6">
            <a:extLst>
              <a:ext uri="{FF2B5EF4-FFF2-40B4-BE49-F238E27FC236}">
                <a16:creationId xmlns:a16="http://schemas.microsoft.com/office/drawing/2014/main" id="{9CD47DF1-CBCD-8BA2-D369-6FD9E0EDD4BF}"/>
              </a:ext>
            </a:extLst>
          </p:cNvPr>
          <p:cNvSpPr/>
          <p:nvPr/>
        </p:nvSpPr>
        <p:spPr>
          <a:xfrm rot="-8100000">
            <a:off x="4573982" y="4303433"/>
            <a:ext cx="113703" cy="32201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22;p6">
            <a:extLst>
              <a:ext uri="{FF2B5EF4-FFF2-40B4-BE49-F238E27FC236}">
                <a16:creationId xmlns:a16="http://schemas.microsoft.com/office/drawing/2014/main" id="{C1622EB7-91F1-A413-370E-943E8F48B43B}"/>
              </a:ext>
            </a:extLst>
          </p:cNvPr>
          <p:cNvSpPr/>
          <p:nvPr/>
        </p:nvSpPr>
        <p:spPr>
          <a:xfrm rot="8100000">
            <a:off x="6933528" y="4312239"/>
            <a:ext cx="113703" cy="32201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23;p6">
            <a:extLst>
              <a:ext uri="{FF2B5EF4-FFF2-40B4-BE49-F238E27FC236}">
                <a16:creationId xmlns:a16="http://schemas.microsoft.com/office/drawing/2014/main" id="{4698E579-E530-661F-4D37-5473565071E0}"/>
              </a:ext>
            </a:extLst>
          </p:cNvPr>
          <p:cNvSpPr/>
          <p:nvPr/>
        </p:nvSpPr>
        <p:spPr>
          <a:xfrm rot="-8100000">
            <a:off x="6836133" y="2652532"/>
            <a:ext cx="113703" cy="32201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940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946FB68-44DB-84D0-F63D-6F694A76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b="0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Как работи </a:t>
            </a:r>
            <a:r>
              <a:rPr lang="en-US" sz="2800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r>
              <a:rPr lang="en-US" sz="2800" b="0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br>
              <a:rPr lang="en-US" sz="2800" b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30;p7">
            <a:extLst>
              <a:ext uri="{FF2B5EF4-FFF2-40B4-BE49-F238E27FC236}">
                <a16:creationId xmlns:a16="http://schemas.microsoft.com/office/drawing/2014/main" id="{DE35D0CB-1299-B14E-C5E1-9C277C8BE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31;p7" descr="preencoded.png">
            <a:extLst>
              <a:ext uri="{FF2B5EF4-FFF2-40B4-BE49-F238E27FC236}">
                <a16:creationId xmlns:a16="http://schemas.microsoft.com/office/drawing/2014/main" id="{4CC92765-1110-0471-406A-AC2AB99739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p7">
            <a:extLst>
              <a:ext uri="{FF2B5EF4-FFF2-40B4-BE49-F238E27FC236}">
                <a16:creationId xmlns:a16="http://schemas.microsoft.com/office/drawing/2014/main" id="{CF1C0959-BBC2-9FCE-A6D5-9BD29DC55AEA}"/>
              </a:ext>
            </a:extLst>
          </p:cNvPr>
          <p:cNvSpPr/>
          <p:nvPr/>
        </p:nvSpPr>
        <p:spPr>
          <a:xfrm>
            <a:off x="1162051" y="660400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35;p7" descr="preencoded.png">
            <a:extLst>
              <a:ext uri="{FF2B5EF4-FFF2-40B4-BE49-F238E27FC236}">
                <a16:creationId xmlns:a16="http://schemas.microsoft.com/office/drawing/2014/main" id="{4A4957A6-32AE-D241-7EDC-E6FDA54476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393" b="-403"/>
          <a:stretch/>
        </p:blipFill>
        <p:spPr>
          <a:xfrm>
            <a:off x="1619402" y="2286000"/>
            <a:ext cx="8953803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6;p7" descr="preencoded.png">
            <a:extLst>
              <a:ext uri="{FF2B5EF4-FFF2-40B4-BE49-F238E27FC236}">
                <a16:creationId xmlns:a16="http://schemas.microsoft.com/office/drawing/2014/main" id="{9EEB4918-08C7-156D-D320-8C6AE5BF3685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666598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7;p7" descr="preencoded.png">
            <a:extLst>
              <a:ext uri="{FF2B5EF4-FFF2-40B4-BE49-F238E27FC236}">
                <a16:creationId xmlns:a16="http://schemas.microsoft.com/office/drawing/2014/main" id="{07B7725D-EE0C-6DA5-E52A-628D7988A06C}"/>
              </a:ext>
            </a:extLst>
          </p:cNvPr>
          <p:cNvPicPr preferRelativeResize="0"/>
          <p:nvPr/>
        </p:nvPicPr>
        <p:blipFill rotWithShape="1">
          <a:blip r:embed="rId5">
            <a:alphaModFix/>
            <a:biLevel thresh="25000"/>
          </a:blip>
          <a:srcRect/>
          <a:stretch/>
        </p:blipFill>
        <p:spPr>
          <a:xfrm>
            <a:off x="2905049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8;p7" descr="preencoded.png">
            <a:extLst>
              <a:ext uri="{FF2B5EF4-FFF2-40B4-BE49-F238E27FC236}">
                <a16:creationId xmlns:a16="http://schemas.microsoft.com/office/drawing/2014/main" id="{BB6EBD2C-DD8B-A155-F6D3-C2FD8F35F22F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5143500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9;p7" descr="preencoded.png">
            <a:extLst>
              <a:ext uri="{FF2B5EF4-FFF2-40B4-BE49-F238E27FC236}">
                <a16:creationId xmlns:a16="http://schemas.microsoft.com/office/drawing/2014/main" id="{35FE9EEF-113E-AFDA-7959-28BBF2C6FE29}"/>
              </a:ext>
            </a:extLst>
          </p:cNvPr>
          <p:cNvPicPr preferRelativeResize="0"/>
          <p:nvPr/>
        </p:nvPicPr>
        <p:blipFill rotWithShape="1">
          <a:blip r:embed="rId5">
            <a:alphaModFix/>
            <a:biLevel thresh="25000"/>
          </a:blip>
          <a:srcRect/>
          <a:stretch/>
        </p:blipFill>
        <p:spPr>
          <a:xfrm>
            <a:off x="7381951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0;p7" descr="preencoded.png">
            <a:extLst>
              <a:ext uri="{FF2B5EF4-FFF2-40B4-BE49-F238E27FC236}">
                <a16:creationId xmlns:a16="http://schemas.microsoft.com/office/drawing/2014/main" id="{07DC637F-2BE8-1A96-7DA1-952ED148ACB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9620402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1;p7" descr="preencoded.png">
            <a:extLst>
              <a:ext uri="{FF2B5EF4-FFF2-40B4-BE49-F238E27FC236}">
                <a16:creationId xmlns:a16="http://schemas.microsoft.com/office/drawing/2014/main" id="{C63FC622-7539-34C2-0894-345B8968CF72}"/>
              </a:ext>
            </a:extLst>
          </p:cNvPr>
          <p:cNvPicPr preferRelativeResize="0"/>
          <p:nvPr/>
        </p:nvPicPr>
        <p:blipFill rotWithShape="1">
          <a:blip r:embed="rId6">
            <a:alphaModFix/>
            <a:biLevel thresh="50000"/>
          </a:blip>
          <a:srcRect l="-1921" r="-1921"/>
          <a:stretch/>
        </p:blipFill>
        <p:spPr>
          <a:xfrm>
            <a:off x="2590495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2;p7" descr="preencoded.png">
            <a:extLst>
              <a:ext uri="{FF2B5EF4-FFF2-40B4-BE49-F238E27FC236}">
                <a16:creationId xmlns:a16="http://schemas.microsoft.com/office/drawing/2014/main" id="{3D96AB48-95A4-9159-8EA3-84DDE538B4DC}"/>
              </a:ext>
            </a:extLst>
          </p:cNvPr>
          <p:cNvPicPr preferRelativeResize="0"/>
          <p:nvPr/>
        </p:nvPicPr>
        <p:blipFill rotWithShape="1">
          <a:blip r:embed="rId7">
            <a:alphaModFix/>
            <a:biLevel thresh="50000"/>
          </a:blip>
          <a:srcRect l="-1921" r="-1921"/>
          <a:stretch/>
        </p:blipFill>
        <p:spPr>
          <a:xfrm>
            <a:off x="4828946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3;p7" descr="preencoded.png">
            <a:extLst>
              <a:ext uri="{FF2B5EF4-FFF2-40B4-BE49-F238E27FC236}">
                <a16:creationId xmlns:a16="http://schemas.microsoft.com/office/drawing/2014/main" id="{63DBA130-0575-0165-3C73-FCBA5DCBE4E1}"/>
              </a:ext>
            </a:extLst>
          </p:cNvPr>
          <p:cNvPicPr preferRelativeResize="0"/>
          <p:nvPr/>
        </p:nvPicPr>
        <p:blipFill rotWithShape="1">
          <a:blip r:embed="rId6">
            <a:alphaModFix/>
            <a:biLevel thresh="50000"/>
          </a:blip>
          <a:srcRect l="-1921" r="-1921"/>
          <a:stretch/>
        </p:blipFill>
        <p:spPr>
          <a:xfrm>
            <a:off x="7067398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44;p7" descr="preencoded.png">
            <a:extLst>
              <a:ext uri="{FF2B5EF4-FFF2-40B4-BE49-F238E27FC236}">
                <a16:creationId xmlns:a16="http://schemas.microsoft.com/office/drawing/2014/main" id="{70271B95-C561-4ACD-B933-67D857CC839D}"/>
              </a:ext>
            </a:extLst>
          </p:cNvPr>
          <p:cNvPicPr preferRelativeResize="0"/>
          <p:nvPr/>
        </p:nvPicPr>
        <p:blipFill rotWithShape="1">
          <a:blip r:embed="rId7">
            <a:alphaModFix/>
            <a:biLevel thresh="50000"/>
          </a:blip>
          <a:srcRect l="-1921" r="-1921"/>
          <a:stretch/>
        </p:blipFill>
        <p:spPr>
          <a:xfrm>
            <a:off x="9305849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45;p7" descr="preencoded.png">
            <a:extLst>
              <a:ext uri="{FF2B5EF4-FFF2-40B4-BE49-F238E27FC236}">
                <a16:creationId xmlns:a16="http://schemas.microsoft.com/office/drawing/2014/main" id="{2EC54AE6-626C-44CC-6D77-928BC94FFDD5}"/>
              </a:ext>
            </a:extLst>
          </p:cNvPr>
          <p:cNvPicPr preferRelativeResize="0"/>
          <p:nvPr/>
        </p:nvPicPr>
        <p:blipFill rotWithShape="1">
          <a:blip r:embed="rId8">
            <a:alphaModFix/>
            <a:biLevel thresh="50000"/>
          </a:blip>
          <a:srcRect/>
          <a:stretch/>
        </p:blipFill>
        <p:spPr>
          <a:xfrm>
            <a:off x="1380744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46;p7">
            <a:extLst>
              <a:ext uri="{FF2B5EF4-FFF2-40B4-BE49-F238E27FC236}">
                <a16:creationId xmlns:a16="http://schemas.microsoft.com/office/drawing/2014/main" id="{A0545886-3FF4-2561-C5EF-D4D4EE4E8507}"/>
              </a:ext>
            </a:extLst>
          </p:cNvPr>
          <p:cNvSpPr txBox="1"/>
          <p:nvPr/>
        </p:nvSpPr>
        <p:spPr>
          <a:xfrm>
            <a:off x="771754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Заснемане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7;p7">
            <a:extLst>
              <a:ext uri="{FF2B5EF4-FFF2-40B4-BE49-F238E27FC236}">
                <a16:creationId xmlns:a16="http://schemas.microsoft.com/office/drawing/2014/main" id="{4EBF0F99-0B0D-64E1-2FA9-D415EA933C4F}"/>
              </a:ext>
            </a:extLst>
          </p:cNvPr>
          <p:cNvSpPr txBox="1"/>
          <p:nvPr/>
        </p:nvSpPr>
        <p:spPr>
          <a:xfrm>
            <a:off x="777240" y="3715207"/>
            <a:ext cx="1684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Камерата заснема изображение на средата пред потребителя в реално време.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48;p7" descr="preencoded.png">
            <a:extLst>
              <a:ext uri="{FF2B5EF4-FFF2-40B4-BE49-F238E27FC236}">
                <a16:creationId xmlns:a16="http://schemas.microsoft.com/office/drawing/2014/main" id="{C05C0C7F-51E9-6AB6-F37D-5502B653597A}"/>
              </a:ext>
            </a:extLst>
          </p:cNvPr>
          <p:cNvPicPr preferRelativeResize="0"/>
          <p:nvPr/>
        </p:nvPicPr>
        <p:blipFill rotWithShape="1">
          <a:blip r:embed="rId9">
            <a:alphaModFix/>
            <a:biLevel thresh="50000"/>
          </a:blip>
          <a:srcRect/>
          <a:stretch/>
        </p:blipFill>
        <p:spPr>
          <a:xfrm>
            <a:off x="3619195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49;p7">
            <a:extLst>
              <a:ext uri="{FF2B5EF4-FFF2-40B4-BE49-F238E27FC236}">
                <a16:creationId xmlns:a16="http://schemas.microsoft.com/office/drawing/2014/main" id="{1A9765E5-B40B-8077-FDEF-DA496953A487}"/>
              </a:ext>
            </a:extLst>
          </p:cNvPr>
          <p:cNvSpPr txBox="1"/>
          <p:nvPr/>
        </p:nvSpPr>
        <p:spPr>
          <a:xfrm>
            <a:off x="3010205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Анализ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50;p7">
            <a:extLst>
              <a:ext uri="{FF2B5EF4-FFF2-40B4-BE49-F238E27FC236}">
                <a16:creationId xmlns:a16="http://schemas.microsoft.com/office/drawing/2014/main" id="{9A5E7274-6237-D2E4-DED8-1330D8BF914C}"/>
              </a:ext>
            </a:extLst>
          </p:cNvPr>
          <p:cNvSpPr txBox="1"/>
          <p:nvPr/>
        </p:nvSpPr>
        <p:spPr>
          <a:xfrm>
            <a:off x="3015691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Google Gemini API обработва кадрите, извлича текст и описва сцени и обекти.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151;p7" descr="preencoded.png">
            <a:extLst>
              <a:ext uri="{FF2B5EF4-FFF2-40B4-BE49-F238E27FC236}">
                <a16:creationId xmlns:a16="http://schemas.microsoft.com/office/drawing/2014/main" id="{FD94F031-BFA7-8FAD-3BF4-E17D8E745004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biLevel thresh="50000"/>
          </a:blip>
          <a:srcRect/>
          <a:stretch/>
        </p:blipFill>
        <p:spPr>
          <a:xfrm>
            <a:off x="5857646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52;p7">
            <a:extLst>
              <a:ext uri="{FF2B5EF4-FFF2-40B4-BE49-F238E27FC236}">
                <a16:creationId xmlns:a16="http://schemas.microsoft.com/office/drawing/2014/main" id="{B823F23D-5EAF-9920-10C4-9F852C8E4476}"/>
              </a:ext>
            </a:extLst>
          </p:cNvPr>
          <p:cNvSpPr txBox="1"/>
          <p:nvPr/>
        </p:nvSpPr>
        <p:spPr>
          <a:xfrm>
            <a:off x="5248656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Измерване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53;p7">
            <a:extLst>
              <a:ext uri="{FF2B5EF4-FFF2-40B4-BE49-F238E27FC236}">
                <a16:creationId xmlns:a16="http://schemas.microsoft.com/office/drawing/2014/main" id="{CA899076-348F-A1C4-0CA5-B7FA7FC5BEF0}"/>
              </a:ext>
            </a:extLst>
          </p:cNvPr>
          <p:cNvSpPr txBox="1"/>
          <p:nvPr/>
        </p:nvSpPr>
        <p:spPr>
          <a:xfrm>
            <a:off x="5254142" y="3715207"/>
            <a:ext cx="1684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Ултразвуковите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сензори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непрекъснато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измерват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разстоянието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до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най-близките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препятствия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154;p7" descr="preencoded.png">
            <a:extLst>
              <a:ext uri="{FF2B5EF4-FFF2-40B4-BE49-F238E27FC236}">
                <a16:creationId xmlns:a16="http://schemas.microsoft.com/office/drawing/2014/main" id="{79AB023A-9FA0-DE90-F51B-01F8E787E93D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biLevel thresh="50000"/>
          </a:blip>
          <a:srcRect l="-363" r="-363"/>
          <a:stretch/>
        </p:blipFill>
        <p:spPr>
          <a:xfrm>
            <a:off x="8048549" y="2498141"/>
            <a:ext cx="599846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55;p7">
            <a:extLst>
              <a:ext uri="{FF2B5EF4-FFF2-40B4-BE49-F238E27FC236}">
                <a16:creationId xmlns:a16="http://schemas.microsoft.com/office/drawing/2014/main" id="{D474B10D-F330-0DD9-B356-2A6C90C34671}"/>
              </a:ext>
            </a:extLst>
          </p:cNvPr>
          <p:cNvSpPr txBox="1"/>
          <p:nvPr/>
        </p:nvSpPr>
        <p:spPr>
          <a:xfrm>
            <a:off x="7487107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Вибрация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56;p7">
            <a:extLst>
              <a:ext uri="{FF2B5EF4-FFF2-40B4-BE49-F238E27FC236}">
                <a16:creationId xmlns:a16="http://schemas.microsoft.com/office/drawing/2014/main" id="{9E8264E9-4130-B7FB-25E9-0477FB02E40B}"/>
              </a:ext>
            </a:extLst>
          </p:cNvPr>
          <p:cNvSpPr txBox="1"/>
          <p:nvPr/>
        </p:nvSpPr>
        <p:spPr>
          <a:xfrm>
            <a:off x="7492594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Системата активира вибрационни мотори с различен интензитет според близостта.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157;p7" descr="preencoded.png">
            <a:extLst>
              <a:ext uri="{FF2B5EF4-FFF2-40B4-BE49-F238E27FC236}">
                <a16:creationId xmlns:a16="http://schemas.microsoft.com/office/drawing/2014/main" id="{51AE7949-3EBD-7574-8E5D-F5AC2D638A9F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biLevel thresh="50000"/>
          </a:blip>
          <a:srcRect l="-363" r="-363"/>
          <a:stretch/>
        </p:blipFill>
        <p:spPr>
          <a:xfrm>
            <a:off x="10287000" y="2498141"/>
            <a:ext cx="599846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58;p7">
            <a:extLst>
              <a:ext uri="{FF2B5EF4-FFF2-40B4-BE49-F238E27FC236}">
                <a16:creationId xmlns:a16="http://schemas.microsoft.com/office/drawing/2014/main" id="{D9A94F11-E44F-D3A0-497F-023F9A34AA47}"/>
              </a:ext>
            </a:extLst>
          </p:cNvPr>
          <p:cNvSpPr txBox="1"/>
          <p:nvPr/>
        </p:nvSpPr>
        <p:spPr>
          <a:xfrm>
            <a:off x="9724644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Аудио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59;p7">
            <a:extLst>
              <a:ext uri="{FF2B5EF4-FFF2-40B4-BE49-F238E27FC236}">
                <a16:creationId xmlns:a16="http://schemas.microsoft.com/office/drawing/2014/main" id="{C138EEE5-90E8-B50C-01B8-223CFFB93367}"/>
              </a:ext>
            </a:extLst>
          </p:cNvPr>
          <p:cNvSpPr txBox="1"/>
          <p:nvPr/>
        </p:nvSpPr>
        <p:spPr>
          <a:xfrm>
            <a:off x="9731045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Text-to-Speech (TTS) модулът генерира ясни гласови насоки за потребителя.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60;p7">
            <a:extLst>
              <a:ext uri="{FF2B5EF4-FFF2-40B4-BE49-F238E27FC236}">
                <a16:creationId xmlns:a16="http://schemas.microsoft.com/office/drawing/2014/main" id="{7141538B-BE0B-D8C6-B92B-1ACE8174F460}"/>
              </a:ext>
            </a:extLst>
          </p:cNvPr>
          <p:cNvSpPr/>
          <p:nvPr/>
        </p:nvSpPr>
        <p:spPr>
          <a:xfrm>
            <a:off x="1343254" y="1714500"/>
            <a:ext cx="552300" cy="552300"/>
          </a:xfrm>
          <a:prstGeom prst="ellipse">
            <a:avLst/>
          </a:prstGeom>
          <a:solidFill>
            <a:schemeClr val="tx1"/>
          </a:solidFill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61;p7">
            <a:extLst>
              <a:ext uri="{FF2B5EF4-FFF2-40B4-BE49-F238E27FC236}">
                <a16:creationId xmlns:a16="http://schemas.microsoft.com/office/drawing/2014/main" id="{39C1499F-D945-BA1D-301D-4E3DDD2CF6E9}"/>
              </a:ext>
            </a:extLst>
          </p:cNvPr>
          <p:cNvSpPr/>
          <p:nvPr/>
        </p:nvSpPr>
        <p:spPr>
          <a:xfrm>
            <a:off x="3581705" y="1714500"/>
            <a:ext cx="552300" cy="552300"/>
          </a:xfrm>
          <a:prstGeom prst="ellipse">
            <a:avLst/>
          </a:prstGeom>
          <a:solidFill>
            <a:schemeClr val="tx1"/>
          </a:solidFill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62;p7">
            <a:extLst>
              <a:ext uri="{FF2B5EF4-FFF2-40B4-BE49-F238E27FC236}">
                <a16:creationId xmlns:a16="http://schemas.microsoft.com/office/drawing/2014/main" id="{07F2B962-B3C1-23F6-F6D0-BD5ADA62D772}"/>
              </a:ext>
            </a:extLst>
          </p:cNvPr>
          <p:cNvSpPr/>
          <p:nvPr/>
        </p:nvSpPr>
        <p:spPr>
          <a:xfrm>
            <a:off x="5820156" y="1714500"/>
            <a:ext cx="552300" cy="552300"/>
          </a:xfrm>
          <a:prstGeom prst="ellipse">
            <a:avLst/>
          </a:prstGeom>
          <a:solidFill>
            <a:schemeClr val="tx1"/>
          </a:solidFill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63;p7">
            <a:extLst>
              <a:ext uri="{FF2B5EF4-FFF2-40B4-BE49-F238E27FC236}">
                <a16:creationId xmlns:a16="http://schemas.microsoft.com/office/drawing/2014/main" id="{13805F0F-C7EB-7C0E-0D8F-FD3D125F668E}"/>
              </a:ext>
            </a:extLst>
          </p:cNvPr>
          <p:cNvSpPr/>
          <p:nvPr/>
        </p:nvSpPr>
        <p:spPr>
          <a:xfrm>
            <a:off x="8058607" y="1714500"/>
            <a:ext cx="552300" cy="552300"/>
          </a:xfrm>
          <a:prstGeom prst="ellipse">
            <a:avLst/>
          </a:prstGeom>
          <a:solidFill>
            <a:schemeClr val="tx1"/>
          </a:solidFill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64;p7">
            <a:extLst>
              <a:ext uri="{FF2B5EF4-FFF2-40B4-BE49-F238E27FC236}">
                <a16:creationId xmlns:a16="http://schemas.microsoft.com/office/drawing/2014/main" id="{B1967BFE-7DD3-DA2E-6A29-14177657EFAA}"/>
              </a:ext>
            </a:extLst>
          </p:cNvPr>
          <p:cNvSpPr/>
          <p:nvPr/>
        </p:nvSpPr>
        <p:spPr>
          <a:xfrm>
            <a:off x="10296144" y="1714500"/>
            <a:ext cx="552300" cy="552300"/>
          </a:xfrm>
          <a:prstGeom prst="ellipse">
            <a:avLst/>
          </a:prstGeom>
          <a:solidFill>
            <a:schemeClr val="tx1"/>
          </a:solidFill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65;p7">
            <a:extLst>
              <a:ext uri="{FF2B5EF4-FFF2-40B4-BE49-F238E27FC236}">
                <a16:creationId xmlns:a16="http://schemas.microsoft.com/office/drawing/2014/main" id="{8E52B288-BD08-134E-E345-4B4AD3B7BD03}"/>
              </a:ext>
            </a:extLst>
          </p:cNvPr>
          <p:cNvSpPr txBox="1"/>
          <p:nvPr/>
        </p:nvSpPr>
        <p:spPr>
          <a:xfrm>
            <a:off x="1343254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66;p7">
            <a:extLst>
              <a:ext uri="{FF2B5EF4-FFF2-40B4-BE49-F238E27FC236}">
                <a16:creationId xmlns:a16="http://schemas.microsoft.com/office/drawing/2014/main" id="{8CB7D8E1-3208-443B-86E0-734F83BC6109}"/>
              </a:ext>
            </a:extLst>
          </p:cNvPr>
          <p:cNvSpPr txBox="1"/>
          <p:nvPr/>
        </p:nvSpPr>
        <p:spPr>
          <a:xfrm>
            <a:off x="3581705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67;p7">
            <a:extLst>
              <a:ext uri="{FF2B5EF4-FFF2-40B4-BE49-F238E27FC236}">
                <a16:creationId xmlns:a16="http://schemas.microsoft.com/office/drawing/2014/main" id="{DDDD5F3D-23BC-531A-AF0E-DE529DAC2673}"/>
              </a:ext>
            </a:extLst>
          </p:cNvPr>
          <p:cNvSpPr txBox="1"/>
          <p:nvPr/>
        </p:nvSpPr>
        <p:spPr>
          <a:xfrm>
            <a:off x="5820156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68;p7">
            <a:extLst>
              <a:ext uri="{FF2B5EF4-FFF2-40B4-BE49-F238E27FC236}">
                <a16:creationId xmlns:a16="http://schemas.microsoft.com/office/drawing/2014/main" id="{E8B8E246-3349-D981-2D4C-3E84F22684BE}"/>
              </a:ext>
            </a:extLst>
          </p:cNvPr>
          <p:cNvSpPr txBox="1"/>
          <p:nvPr/>
        </p:nvSpPr>
        <p:spPr>
          <a:xfrm>
            <a:off x="8058607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69;p7">
            <a:extLst>
              <a:ext uri="{FF2B5EF4-FFF2-40B4-BE49-F238E27FC236}">
                <a16:creationId xmlns:a16="http://schemas.microsoft.com/office/drawing/2014/main" id="{A316CEEA-D775-2ED0-5FA8-74505D43545A}"/>
              </a:ext>
            </a:extLst>
          </p:cNvPr>
          <p:cNvSpPr txBox="1"/>
          <p:nvPr/>
        </p:nvSpPr>
        <p:spPr>
          <a:xfrm>
            <a:off x="10296144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72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7;p8">
            <a:extLst>
              <a:ext uri="{FF2B5EF4-FFF2-40B4-BE49-F238E27FC236}">
                <a16:creationId xmlns:a16="http://schemas.microsoft.com/office/drawing/2014/main" id="{B4836FA4-2BEF-A5E6-DE88-F4824B35B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9;p8">
            <a:extLst>
              <a:ext uri="{FF2B5EF4-FFF2-40B4-BE49-F238E27FC236}">
                <a16:creationId xmlns:a16="http://schemas.microsoft.com/office/drawing/2014/main" id="{1B805118-B85B-F109-60CF-80CAD54309BF}"/>
              </a:ext>
            </a:extLst>
          </p:cNvPr>
          <p:cNvSpPr/>
          <p:nvPr/>
        </p:nvSpPr>
        <p:spPr>
          <a:xfrm>
            <a:off x="1162051" y="666751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0;p8">
            <a:extLst>
              <a:ext uri="{FF2B5EF4-FFF2-40B4-BE49-F238E27FC236}">
                <a16:creationId xmlns:a16="http://schemas.microsoft.com/office/drawing/2014/main" id="{2C7C4005-5D69-FE46-10D2-4146FD71C9CE}"/>
              </a:ext>
            </a:extLst>
          </p:cNvPr>
          <p:cNvSpPr/>
          <p:nvPr/>
        </p:nvSpPr>
        <p:spPr>
          <a:xfrm>
            <a:off x="1333195" y="1524305"/>
            <a:ext cx="4591200" cy="46194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81;p8">
            <a:extLst>
              <a:ext uri="{FF2B5EF4-FFF2-40B4-BE49-F238E27FC236}">
                <a16:creationId xmlns:a16="http://schemas.microsoft.com/office/drawing/2014/main" id="{55EA56E7-C9FF-EB85-BC7D-C370B636F3E3}"/>
              </a:ext>
            </a:extLst>
          </p:cNvPr>
          <p:cNvSpPr/>
          <p:nvPr/>
        </p:nvSpPr>
        <p:spPr>
          <a:xfrm>
            <a:off x="1333195" y="1524305"/>
            <a:ext cx="4591200" cy="384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82;p8">
            <a:extLst>
              <a:ext uri="{FF2B5EF4-FFF2-40B4-BE49-F238E27FC236}">
                <a16:creationId xmlns:a16="http://schemas.microsoft.com/office/drawing/2014/main" id="{06B6A744-32E9-8F5F-D952-E66D9CDCF120}"/>
              </a:ext>
            </a:extLst>
          </p:cNvPr>
          <p:cNvSpPr/>
          <p:nvPr/>
        </p:nvSpPr>
        <p:spPr>
          <a:xfrm>
            <a:off x="6286500" y="1524305"/>
            <a:ext cx="4591200" cy="46194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83;p8">
            <a:extLst>
              <a:ext uri="{FF2B5EF4-FFF2-40B4-BE49-F238E27FC236}">
                <a16:creationId xmlns:a16="http://schemas.microsoft.com/office/drawing/2014/main" id="{9ED4D43C-3FD9-30D5-747A-87F64B556B58}"/>
              </a:ext>
            </a:extLst>
          </p:cNvPr>
          <p:cNvSpPr/>
          <p:nvPr/>
        </p:nvSpPr>
        <p:spPr>
          <a:xfrm>
            <a:off x="6286500" y="1524305"/>
            <a:ext cx="4591200" cy="384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84;p8">
            <a:extLst>
              <a:ext uri="{FF2B5EF4-FFF2-40B4-BE49-F238E27FC236}">
                <a16:creationId xmlns:a16="http://schemas.microsoft.com/office/drawing/2014/main" id="{7EDC8A90-17DB-BF64-8744-96832D85AB7A}"/>
              </a:ext>
            </a:extLst>
          </p:cNvPr>
          <p:cNvSpPr/>
          <p:nvPr/>
        </p:nvSpPr>
        <p:spPr>
          <a:xfrm>
            <a:off x="1524305" y="2476195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85;p8">
            <a:extLst>
              <a:ext uri="{FF2B5EF4-FFF2-40B4-BE49-F238E27FC236}">
                <a16:creationId xmlns:a16="http://schemas.microsoft.com/office/drawing/2014/main" id="{F5065362-403A-37D0-3B7F-BD0ECC4ADEAE}"/>
              </a:ext>
            </a:extLst>
          </p:cNvPr>
          <p:cNvSpPr/>
          <p:nvPr/>
        </p:nvSpPr>
        <p:spPr>
          <a:xfrm>
            <a:off x="1524305" y="2476195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86;p8">
            <a:extLst>
              <a:ext uri="{FF2B5EF4-FFF2-40B4-BE49-F238E27FC236}">
                <a16:creationId xmlns:a16="http://schemas.microsoft.com/office/drawing/2014/main" id="{0DD7D0DC-B54E-DFBB-7F44-B455CBA5B7C3}"/>
              </a:ext>
            </a:extLst>
          </p:cNvPr>
          <p:cNvSpPr/>
          <p:nvPr/>
        </p:nvSpPr>
        <p:spPr>
          <a:xfrm>
            <a:off x="1524305" y="3286354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7;p8">
            <a:extLst>
              <a:ext uri="{FF2B5EF4-FFF2-40B4-BE49-F238E27FC236}">
                <a16:creationId xmlns:a16="http://schemas.microsoft.com/office/drawing/2014/main" id="{284B126F-42E7-4ECC-056D-B4872F67B3D1}"/>
              </a:ext>
            </a:extLst>
          </p:cNvPr>
          <p:cNvSpPr/>
          <p:nvPr/>
        </p:nvSpPr>
        <p:spPr>
          <a:xfrm>
            <a:off x="1524305" y="3286354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8;p8">
            <a:extLst>
              <a:ext uri="{FF2B5EF4-FFF2-40B4-BE49-F238E27FC236}">
                <a16:creationId xmlns:a16="http://schemas.microsoft.com/office/drawing/2014/main" id="{860872C7-E2DA-B948-FFA2-19A806EB043A}"/>
              </a:ext>
            </a:extLst>
          </p:cNvPr>
          <p:cNvSpPr/>
          <p:nvPr/>
        </p:nvSpPr>
        <p:spPr>
          <a:xfrm>
            <a:off x="1524305" y="4095598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89;p8">
            <a:extLst>
              <a:ext uri="{FF2B5EF4-FFF2-40B4-BE49-F238E27FC236}">
                <a16:creationId xmlns:a16="http://schemas.microsoft.com/office/drawing/2014/main" id="{66A76AB5-80EC-D8E1-E095-B8423A877C8F}"/>
              </a:ext>
            </a:extLst>
          </p:cNvPr>
          <p:cNvSpPr/>
          <p:nvPr/>
        </p:nvSpPr>
        <p:spPr>
          <a:xfrm>
            <a:off x="1524305" y="4095598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90;p8">
            <a:extLst>
              <a:ext uri="{FF2B5EF4-FFF2-40B4-BE49-F238E27FC236}">
                <a16:creationId xmlns:a16="http://schemas.microsoft.com/office/drawing/2014/main" id="{299DD25C-9ED0-3470-14CA-F16F02B5C450}"/>
              </a:ext>
            </a:extLst>
          </p:cNvPr>
          <p:cNvSpPr/>
          <p:nvPr/>
        </p:nvSpPr>
        <p:spPr>
          <a:xfrm>
            <a:off x="1524305" y="4905756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1;p8">
            <a:extLst>
              <a:ext uri="{FF2B5EF4-FFF2-40B4-BE49-F238E27FC236}">
                <a16:creationId xmlns:a16="http://schemas.microsoft.com/office/drawing/2014/main" id="{BB41C19F-25DB-1F33-F358-048434B74FF2}"/>
              </a:ext>
            </a:extLst>
          </p:cNvPr>
          <p:cNvSpPr/>
          <p:nvPr/>
        </p:nvSpPr>
        <p:spPr>
          <a:xfrm>
            <a:off x="1524305" y="4905756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92;p8">
            <a:extLst>
              <a:ext uri="{FF2B5EF4-FFF2-40B4-BE49-F238E27FC236}">
                <a16:creationId xmlns:a16="http://schemas.microsoft.com/office/drawing/2014/main" id="{F3EA153A-EA02-3536-0E37-7AD269CB481B}"/>
              </a:ext>
            </a:extLst>
          </p:cNvPr>
          <p:cNvSpPr/>
          <p:nvPr/>
        </p:nvSpPr>
        <p:spPr>
          <a:xfrm>
            <a:off x="6476695" y="2476195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93;p8">
            <a:extLst>
              <a:ext uri="{FF2B5EF4-FFF2-40B4-BE49-F238E27FC236}">
                <a16:creationId xmlns:a16="http://schemas.microsoft.com/office/drawing/2014/main" id="{E92D8DF1-110C-C977-1AE3-1A8A22D10336}"/>
              </a:ext>
            </a:extLst>
          </p:cNvPr>
          <p:cNvSpPr/>
          <p:nvPr/>
        </p:nvSpPr>
        <p:spPr>
          <a:xfrm>
            <a:off x="6476695" y="2476195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94;p8">
            <a:extLst>
              <a:ext uri="{FF2B5EF4-FFF2-40B4-BE49-F238E27FC236}">
                <a16:creationId xmlns:a16="http://schemas.microsoft.com/office/drawing/2014/main" id="{63C1981E-F1CC-6B63-DBD4-BABF425F8FAE}"/>
              </a:ext>
            </a:extLst>
          </p:cNvPr>
          <p:cNvSpPr/>
          <p:nvPr/>
        </p:nvSpPr>
        <p:spPr>
          <a:xfrm>
            <a:off x="6476695" y="3286354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95;p8">
            <a:extLst>
              <a:ext uri="{FF2B5EF4-FFF2-40B4-BE49-F238E27FC236}">
                <a16:creationId xmlns:a16="http://schemas.microsoft.com/office/drawing/2014/main" id="{8EFE0F27-3982-4098-A452-3D3FDD019C1C}"/>
              </a:ext>
            </a:extLst>
          </p:cNvPr>
          <p:cNvSpPr/>
          <p:nvPr/>
        </p:nvSpPr>
        <p:spPr>
          <a:xfrm>
            <a:off x="6476695" y="3286354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96;p8">
            <a:extLst>
              <a:ext uri="{FF2B5EF4-FFF2-40B4-BE49-F238E27FC236}">
                <a16:creationId xmlns:a16="http://schemas.microsoft.com/office/drawing/2014/main" id="{3E781C38-F345-4914-87B4-3AF3BFE6A55B}"/>
              </a:ext>
            </a:extLst>
          </p:cNvPr>
          <p:cNvSpPr/>
          <p:nvPr/>
        </p:nvSpPr>
        <p:spPr>
          <a:xfrm>
            <a:off x="6476695" y="4095598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97;p8">
            <a:extLst>
              <a:ext uri="{FF2B5EF4-FFF2-40B4-BE49-F238E27FC236}">
                <a16:creationId xmlns:a16="http://schemas.microsoft.com/office/drawing/2014/main" id="{1E3E55B8-82A9-4F33-7B8D-5E0B9063A780}"/>
              </a:ext>
            </a:extLst>
          </p:cNvPr>
          <p:cNvSpPr/>
          <p:nvPr/>
        </p:nvSpPr>
        <p:spPr>
          <a:xfrm>
            <a:off x="6476695" y="4095598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8;p8">
            <a:extLst>
              <a:ext uri="{FF2B5EF4-FFF2-40B4-BE49-F238E27FC236}">
                <a16:creationId xmlns:a16="http://schemas.microsoft.com/office/drawing/2014/main" id="{D938CD04-05EA-7754-EDB0-9376FFD87C73}"/>
              </a:ext>
            </a:extLst>
          </p:cNvPr>
          <p:cNvSpPr/>
          <p:nvPr/>
        </p:nvSpPr>
        <p:spPr>
          <a:xfrm>
            <a:off x="6476695" y="4905756"/>
            <a:ext cx="4229100" cy="6858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99;p8">
            <a:extLst>
              <a:ext uri="{FF2B5EF4-FFF2-40B4-BE49-F238E27FC236}">
                <a16:creationId xmlns:a16="http://schemas.microsoft.com/office/drawing/2014/main" id="{7921964A-C5DC-A6C9-1664-E4C26B054F37}"/>
              </a:ext>
            </a:extLst>
          </p:cNvPr>
          <p:cNvSpPr/>
          <p:nvPr/>
        </p:nvSpPr>
        <p:spPr>
          <a:xfrm>
            <a:off x="6476695" y="4905756"/>
            <a:ext cx="28200" cy="6858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" name="Google Shape;200;p8" descr="preencoded.png">
            <a:extLst>
              <a:ext uri="{FF2B5EF4-FFF2-40B4-BE49-F238E27FC236}">
                <a16:creationId xmlns:a16="http://schemas.microsoft.com/office/drawing/2014/main" id="{B5B06677-4BAF-89C1-99E4-1EA3B487918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biLevel thresh="50000"/>
          </a:blip>
          <a:srcRect/>
          <a:stretch/>
        </p:blipFill>
        <p:spPr>
          <a:xfrm>
            <a:off x="1619402" y="182880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01;p8">
            <a:extLst>
              <a:ext uri="{FF2B5EF4-FFF2-40B4-BE49-F238E27FC236}">
                <a16:creationId xmlns:a16="http://schemas.microsoft.com/office/drawing/2014/main" id="{E864BD4A-4077-B431-BF31-8204BE88E112}"/>
              </a:ext>
            </a:extLst>
          </p:cNvPr>
          <p:cNvSpPr txBox="1"/>
          <p:nvPr/>
        </p:nvSpPr>
        <p:spPr>
          <a:xfrm>
            <a:off x="2190902" y="1809598"/>
            <a:ext cx="3543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Хардуер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202;p8" descr="preencoded.png">
            <a:extLst>
              <a:ext uri="{FF2B5EF4-FFF2-40B4-BE49-F238E27FC236}">
                <a16:creationId xmlns:a16="http://schemas.microsoft.com/office/drawing/2014/main" id="{CC868D9C-B0C5-317D-6F8E-78E64928F43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biLevel thresh="50000"/>
          </a:blip>
          <a:srcRect t="-181" b="-191"/>
          <a:stretch/>
        </p:blipFill>
        <p:spPr>
          <a:xfrm>
            <a:off x="1714500" y="2676449"/>
            <a:ext cx="18105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203;p8">
            <a:extLst>
              <a:ext uri="{FF2B5EF4-FFF2-40B4-BE49-F238E27FC236}">
                <a16:creationId xmlns:a16="http://schemas.microsoft.com/office/drawing/2014/main" id="{7B650DBC-E6A8-4AAD-4209-1BC8980D66D9}"/>
              </a:ext>
            </a:extLst>
          </p:cNvPr>
          <p:cNvSpPr txBox="1"/>
          <p:nvPr/>
        </p:nvSpPr>
        <p:spPr>
          <a:xfrm>
            <a:off x="2190902" y="2572207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Raspberry Pi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04;p8">
            <a:extLst>
              <a:ext uri="{FF2B5EF4-FFF2-40B4-BE49-F238E27FC236}">
                <a16:creationId xmlns:a16="http://schemas.microsoft.com/office/drawing/2014/main" id="{E46509CE-5947-13EA-F690-EC37C403EDBB}"/>
              </a:ext>
            </a:extLst>
          </p:cNvPr>
          <p:cNvSpPr txBox="1"/>
          <p:nvPr/>
        </p:nvSpPr>
        <p:spPr>
          <a:xfrm>
            <a:off x="2190902" y="2800807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Основен контролер и изчислителна мощ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205;p8" descr="preencoded.png">
            <a:extLst>
              <a:ext uri="{FF2B5EF4-FFF2-40B4-BE49-F238E27FC236}">
                <a16:creationId xmlns:a16="http://schemas.microsoft.com/office/drawing/2014/main" id="{3DBA4DCA-EBBA-8FCB-077B-4AB0E2DAE80D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50000"/>
          </a:blip>
          <a:srcRect/>
          <a:stretch/>
        </p:blipFill>
        <p:spPr>
          <a:xfrm>
            <a:off x="1714500" y="3486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206;p8">
            <a:extLst>
              <a:ext uri="{FF2B5EF4-FFF2-40B4-BE49-F238E27FC236}">
                <a16:creationId xmlns:a16="http://schemas.microsoft.com/office/drawing/2014/main" id="{108E23CA-1E5A-6BE3-1B4D-C39460318548}"/>
              </a:ext>
            </a:extLst>
          </p:cNvPr>
          <p:cNvSpPr txBox="1"/>
          <p:nvPr/>
        </p:nvSpPr>
        <p:spPr>
          <a:xfrm>
            <a:off x="2190902" y="3381451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Камера модул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07;p8">
            <a:extLst>
              <a:ext uri="{FF2B5EF4-FFF2-40B4-BE49-F238E27FC236}">
                <a16:creationId xmlns:a16="http://schemas.microsoft.com/office/drawing/2014/main" id="{10BE632F-BD7B-8D7E-4E7C-2E0B72CED86E}"/>
              </a:ext>
            </a:extLst>
          </p:cNvPr>
          <p:cNvSpPr txBox="1"/>
          <p:nvPr/>
        </p:nvSpPr>
        <p:spPr>
          <a:xfrm>
            <a:off x="2190902" y="3610051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Заснемане на среда и обекти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208;p8" descr="preencoded.png">
            <a:extLst>
              <a:ext uri="{FF2B5EF4-FFF2-40B4-BE49-F238E27FC236}">
                <a16:creationId xmlns:a16="http://schemas.microsoft.com/office/drawing/2014/main" id="{995687C5-7FA6-1383-A6A5-D16B7FD588FC}"/>
              </a:ext>
            </a:extLst>
          </p:cNvPr>
          <p:cNvPicPr preferRelativeResize="0"/>
          <p:nvPr/>
        </p:nvPicPr>
        <p:blipFill rotWithShape="1">
          <a:blip r:embed="rId5">
            <a:alphaModFix/>
            <a:biLevel thresh="50000"/>
          </a:blip>
          <a:srcRect/>
          <a:stretch/>
        </p:blipFill>
        <p:spPr>
          <a:xfrm>
            <a:off x="1714500" y="42958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09;p8">
            <a:extLst>
              <a:ext uri="{FF2B5EF4-FFF2-40B4-BE49-F238E27FC236}">
                <a16:creationId xmlns:a16="http://schemas.microsoft.com/office/drawing/2014/main" id="{A336D579-77D0-243E-BD1D-C88237B2C621}"/>
              </a:ext>
            </a:extLst>
          </p:cNvPr>
          <p:cNvSpPr txBox="1"/>
          <p:nvPr/>
        </p:nvSpPr>
        <p:spPr>
          <a:xfrm>
            <a:off x="2190902" y="4190695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Ултразвукови сензори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10;p8">
            <a:extLst>
              <a:ext uri="{FF2B5EF4-FFF2-40B4-BE49-F238E27FC236}">
                <a16:creationId xmlns:a16="http://schemas.microsoft.com/office/drawing/2014/main" id="{FF97D57D-8C2E-7F15-88FD-5C2FB6B84A18}"/>
              </a:ext>
            </a:extLst>
          </p:cNvPr>
          <p:cNvSpPr txBox="1"/>
          <p:nvPr/>
        </p:nvSpPr>
        <p:spPr>
          <a:xfrm>
            <a:off x="2190902" y="4419295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Прецизно измерване на разстояние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211;p8" descr="preencoded.png">
            <a:extLst>
              <a:ext uri="{FF2B5EF4-FFF2-40B4-BE49-F238E27FC236}">
                <a16:creationId xmlns:a16="http://schemas.microsoft.com/office/drawing/2014/main" id="{CEDC0DE9-71B0-E146-E7EC-2853B38AB9B8}"/>
              </a:ext>
            </a:extLst>
          </p:cNvPr>
          <p:cNvPicPr preferRelativeResize="0"/>
          <p:nvPr/>
        </p:nvPicPr>
        <p:blipFill rotWithShape="1">
          <a:blip r:embed="rId6">
            <a:alphaModFix/>
            <a:biLevel thresh="50000"/>
          </a:blip>
          <a:srcRect l="-60" r="-50"/>
          <a:stretch/>
        </p:blipFill>
        <p:spPr>
          <a:xfrm>
            <a:off x="1714500" y="5105095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212;p8">
            <a:extLst>
              <a:ext uri="{FF2B5EF4-FFF2-40B4-BE49-F238E27FC236}">
                <a16:creationId xmlns:a16="http://schemas.microsoft.com/office/drawing/2014/main" id="{258197EF-A39E-6196-D83F-F814D79C4E3D}"/>
              </a:ext>
            </a:extLst>
          </p:cNvPr>
          <p:cNvSpPr txBox="1"/>
          <p:nvPr/>
        </p:nvSpPr>
        <p:spPr>
          <a:xfrm>
            <a:off x="2190902" y="5000854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Вибрационни мотори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213;p8">
            <a:extLst>
              <a:ext uri="{FF2B5EF4-FFF2-40B4-BE49-F238E27FC236}">
                <a16:creationId xmlns:a16="http://schemas.microsoft.com/office/drawing/2014/main" id="{EB5F2EA1-9C5D-CBDF-D310-18B03444670B}"/>
              </a:ext>
            </a:extLst>
          </p:cNvPr>
          <p:cNvSpPr txBox="1"/>
          <p:nvPr/>
        </p:nvSpPr>
        <p:spPr>
          <a:xfrm>
            <a:off x="2190902" y="5229454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Хаптична обратна връзка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214;p8" descr="preencoded.png">
            <a:extLst>
              <a:ext uri="{FF2B5EF4-FFF2-40B4-BE49-F238E27FC236}">
                <a16:creationId xmlns:a16="http://schemas.microsoft.com/office/drawing/2014/main" id="{2E755D70-B4C5-6AF2-A31E-B5034C43A631}"/>
              </a:ext>
            </a:extLst>
          </p:cNvPr>
          <p:cNvPicPr preferRelativeResize="0"/>
          <p:nvPr/>
        </p:nvPicPr>
        <p:blipFill rotWithShape="1">
          <a:blip r:embed="rId7">
            <a:alphaModFix/>
            <a:biLevel thresh="50000"/>
          </a:blip>
          <a:srcRect l="-90" r="-90"/>
          <a:stretch/>
        </p:blipFill>
        <p:spPr>
          <a:xfrm>
            <a:off x="6572707" y="1828800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215;p8">
            <a:extLst>
              <a:ext uri="{FF2B5EF4-FFF2-40B4-BE49-F238E27FC236}">
                <a16:creationId xmlns:a16="http://schemas.microsoft.com/office/drawing/2014/main" id="{9EACC082-CEDC-2F07-4E91-C0A712C6FDCA}"/>
              </a:ext>
            </a:extLst>
          </p:cNvPr>
          <p:cNvSpPr txBox="1"/>
          <p:nvPr/>
        </p:nvSpPr>
        <p:spPr>
          <a:xfrm>
            <a:off x="7144207" y="1809598"/>
            <a:ext cx="3543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Софтуер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216;p8" descr="preencoded.png">
            <a:extLst>
              <a:ext uri="{FF2B5EF4-FFF2-40B4-BE49-F238E27FC236}">
                <a16:creationId xmlns:a16="http://schemas.microsoft.com/office/drawing/2014/main" id="{53CD8C52-898C-387A-8A71-6093C2C25BEB}"/>
              </a:ext>
            </a:extLst>
          </p:cNvPr>
          <p:cNvPicPr preferRelativeResize="0"/>
          <p:nvPr/>
        </p:nvPicPr>
        <p:blipFill rotWithShape="1">
          <a:blip r:embed="rId8">
            <a:alphaModFix/>
            <a:biLevel thresh="50000"/>
          </a:blip>
          <a:srcRect l="-60" r="-50"/>
          <a:stretch/>
        </p:blipFill>
        <p:spPr>
          <a:xfrm>
            <a:off x="6667805" y="2676449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7;p8">
            <a:extLst>
              <a:ext uri="{FF2B5EF4-FFF2-40B4-BE49-F238E27FC236}">
                <a16:creationId xmlns:a16="http://schemas.microsoft.com/office/drawing/2014/main" id="{59D5AD93-2A54-4F6B-AA0C-3861A463D40E}"/>
              </a:ext>
            </a:extLst>
          </p:cNvPr>
          <p:cNvSpPr txBox="1"/>
          <p:nvPr/>
        </p:nvSpPr>
        <p:spPr>
          <a:xfrm>
            <a:off x="7144207" y="2572207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&amp; RPi.GPIO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18;p8">
            <a:extLst>
              <a:ext uri="{FF2B5EF4-FFF2-40B4-BE49-F238E27FC236}">
                <a16:creationId xmlns:a16="http://schemas.microsoft.com/office/drawing/2014/main" id="{9E67F75D-D48B-B31B-FFF3-34DA30E160AB}"/>
              </a:ext>
            </a:extLst>
          </p:cNvPr>
          <p:cNvSpPr txBox="1"/>
          <p:nvPr/>
        </p:nvSpPr>
        <p:spPr>
          <a:xfrm>
            <a:off x="7144207" y="2800807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Основна логика и управление на пинове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219;p8" descr="preencoded.png">
            <a:extLst>
              <a:ext uri="{FF2B5EF4-FFF2-40B4-BE49-F238E27FC236}">
                <a16:creationId xmlns:a16="http://schemas.microsoft.com/office/drawing/2014/main" id="{3B3F8C84-5D1F-7725-642A-29A3FC840B64}"/>
              </a:ext>
            </a:extLst>
          </p:cNvPr>
          <p:cNvPicPr preferRelativeResize="0"/>
          <p:nvPr/>
        </p:nvPicPr>
        <p:blipFill rotWithShape="1">
          <a:blip r:embed="rId9">
            <a:alphaModFix/>
            <a:biLevel thresh="50000"/>
          </a:blip>
          <a:srcRect/>
          <a:stretch/>
        </p:blipFill>
        <p:spPr>
          <a:xfrm>
            <a:off x="6667805" y="3486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20;p8">
            <a:extLst>
              <a:ext uri="{FF2B5EF4-FFF2-40B4-BE49-F238E27FC236}">
                <a16:creationId xmlns:a16="http://schemas.microsoft.com/office/drawing/2014/main" id="{0B97B4F9-0ED0-588B-E672-84871B05CF61}"/>
              </a:ext>
            </a:extLst>
          </p:cNvPr>
          <p:cNvSpPr txBox="1"/>
          <p:nvPr/>
        </p:nvSpPr>
        <p:spPr>
          <a:xfrm>
            <a:off x="7144207" y="3381451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Google Gemini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21;p8">
            <a:extLst>
              <a:ext uri="{FF2B5EF4-FFF2-40B4-BE49-F238E27FC236}">
                <a16:creationId xmlns:a16="http://schemas.microsoft.com/office/drawing/2014/main" id="{FA44493A-BB9E-DD15-A1B1-C894CF95A484}"/>
              </a:ext>
            </a:extLst>
          </p:cNvPr>
          <p:cNvSpPr txBox="1"/>
          <p:nvPr/>
        </p:nvSpPr>
        <p:spPr>
          <a:xfrm>
            <a:off x="7144207" y="3610051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Изкуствен интелект за анализ на сцени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222;p8" descr="preencoded.png">
            <a:extLst>
              <a:ext uri="{FF2B5EF4-FFF2-40B4-BE49-F238E27FC236}">
                <a16:creationId xmlns:a16="http://schemas.microsoft.com/office/drawing/2014/main" id="{8F12401B-519F-749E-5C9B-1D8BC027832A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biLevel thresh="50000"/>
          </a:blip>
          <a:srcRect t="-40" b="-50"/>
          <a:stretch/>
        </p:blipFill>
        <p:spPr>
          <a:xfrm>
            <a:off x="6667805" y="4295851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23;p8">
            <a:extLst>
              <a:ext uri="{FF2B5EF4-FFF2-40B4-BE49-F238E27FC236}">
                <a16:creationId xmlns:a16="http://schemas.microsoft.com/office/drawing/2014/main" id="{201AC56F-19C9-F343-6706-5DEAAC9675D9}"/>
              </a:ext>
            </a:extLst>
          </p:cNvPr>
          <p:cNvSpPr txBox="1"/>
          <p:nvPr/>
        </p:nvSpPr>
        <p:spPr>
          <a:xfrm>
            <a:off x="7144207" y="4190695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 на изображения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24;p8">
            <a:extLst>
              <a:ext uri="{FF2B5EF4-FFF2-40B4-BE49-F238E27FC236}">
                <a16:creationId xmlns:a16="http://schemas.microsoft.com/office/drawing/2014/main" id="{319FDD0C-4F48-ADC7-0C90-6545CB25E1B8}"/>
              </a:ext>
            </a:extLst>
          </p:cNvPr>
          <p:cNvSpPr txBox="1"/>
          <p:nvPr/>
        </p:nvSpPr>
        <p:spPr>
          <a:xfrm>
            <a:off x="7144207" y="4419295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Подготовка на кадри за анализ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225;p8" descr="preencoded.png">
            <a:extLst>
              <a:ext uri="{FF2B5EF4-FFF2-40B4-BE49-F238E27FC236}">
                <a16:creationId xmlns:a16="http://schemas.microsoft.com/office/drawing/2014/main" id="{0C660722-55BE-F7D3-4447-E81260448183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biLevel thresh="50000"/>
          </a:blip>
          <a:srcRect l="-80" r="-80"/>
          <a:stretch/>
        </p:blipFill>
        <p:spPr>
          <a:xfrm>
            <a:off x="6667805" y="510509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226;p8">
            <a:extLst>
              <a:ext uri="{FF2B5EF4-FFF2-40B4-BE49-F238E27FC236}">
                <a16:creationId xmlns:a16="http://schemas.microsoft.com/office/drawing/2014/main" id="{BCD064AD-7B6C-28DC-A5EA-9FC8F7604776}"/>
              </a:ext>
            </a:extLst>
          </p:cNvPr>
          <p:cNvSpPr txBox="1"/>
          <p:nvPr/>
        </p:nvSpPr>
        <p:spPr>
          <a:xfrm>
            <a:off x="7144207" y="5000854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Text-to-Speech (TTS)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27;p8">
            <a:extLst>
              <a:ext uri="{FF2B5EF4-FFF2-40B4-BE49-F238E27FC236}">
                <a16:creationId xmlns:a16="http://schemas.microsoft.com/office/drawing/2014/main" id="{77ADAC95-42F0-FE62-78BE-A05103D7B56A}"/>
              </a:ext>
            </a:extLst>
          </p:cNvPr>
          <p:cNvSpPr txBox="1"/>
          <p:nvPr/>
        </p:nvSpPr>
        <p:spPr>
          <a:xfrm>
            <a:off x="7144207" y="5229454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Генериране на естествена реч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693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5;p12">
            <a:extLst>
              <a:ext uri="{FF2B5EF4-FFF2-40B4-BE49-F238E27FC236}">
                <a16:creationId xmlns:a16="http://schemas.microsoft.com/office/drawing/2014/main" id="{374A415D-1391-5736-61B4-BC4039E04D3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306;p12" descr="preencoded.png">
            <a:extLst>
              <a:ext uri="{FF2B5EF4-FFF2-40B4-BE49-F238E27FC236}">
                <a16:creationId xmlns:a16="http://schemas.microsoft.com/office/drawing/2014/main" id="{270153D2-0050-84A5-5667-3216F0F25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10;p12">
            <a:extLst>
              <a:ext uri="{FF2B5EF4-FFF2-40B4-BE49-F238E27FC236}">
                <a16:creationId xmlns:a16="http://schemas.microsoft.com/office/drawing/2014/main" id="{80BC3196-B24A-4407-536A-1552A3569008}"/>
              </a:ext>
            </a:extLst>
          </p:cNvPr>
          <p:cNvSpPr/>
          <p:nvPr/>
        </p:nvSpPr>
        <p:spPr>
          <a:xfrm>
            <a:off x="761695" y="2572207"/>
            <a:ext cx="4619549" cy="972007"/>
          </a:xfrm>
          <a:prstGeom prst="roundRect">
            <a:avLst>
              <a:gd name="adj" fmla="val 22135"/>
            </a:avLst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1;p12">
            <a:extLst>
              <a:ext uri="{FF2B5EF4-FFF2-40B4-BE49-F238E27FC236}">
                <a16:creationId xmlns:a16="http://schemas.microsoft.com/office/drawing/2014/main" id="{C7C44493-FB4D-6598-9BB1-36A1DE3D8DE3}"/>
              </a:ext>
            </a:extLst>
          </p:cNvPr>
          <p:cNvSpPr/>
          <p:nvPr/>
        </p:nvSpPr>
        <p:spPr>
          <a:xfrm>
            <a:off x="761695" y="2572207"/>
            <a:ext cx="38405" cy="972007"/>
          </a:xfrm>
          <a:prstGeom prst="roundRect">
            <a:avLst>
              <a:gd name="adj" fmla="val 560221"/>
            </a:avLst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12;p12">
            <a:extLst>
              <a:ext uri="{FF2B5EF4-FFF2-40B4-BE49-F238E27FC236}">
                <a16:creationId xmlns:a16="http://schemas.microsoft.com/office/drawing/2014/main" id="{A38C7B29-5D9A-4963-0821-D49082045A98}"/>
              </a:ext>
            </a:extLst>
          </p:cNvPr>
          <p:cNvSpPr/>
          <p:nvPr/>
        </p:nvSpPr>
        <p:spPr>
          <a:xfrm>
            <a:off x="761695" y="3715207"/>
            <a:ext cx="4619549" cy="972007"/>
          </a:xfrm>
          <a:prstGeom prst="roundRect">
            <a:avLst>
              <a:gd name="adj" fmla="val 22135"/>
            </a:avLst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13;p12">
            <a:extLst>
              <a:ext uri="{FF2B5EF4-FFF2-40B4-BE49-F238E27FC236}">
                <a16:creationId xmlns:a16="http://schemas.microsoft.com/office/drawing/2014/main" id="{E7CBB1D9-5A37-6EAD-E828-046238C5EA28}"/>
              </a:ext>
            </a:extLst>
          </p:cNvPr>
          <p:cNvSpPr/>
          <p:nvPr/>
        </p:nvSpPr>
        <p:spPr>
          <a:xfrm>
            <a:off x="761695" y="3715207"/>
            <a:ext cx="38405" cy="972007"/>
          </a:xfrm>
          <a:prstGeom prst="roundRect">
            <a:avLst>
              <a:gd name="adj" fmla="val 560221"/>
            </a:avLst>
          </a:prstGeom>
          <a:solidFill>
            <a:schemeClr val="tx1"/>
          </a:solidFill>
          <a:ln w="12700" cap="flat" cmpd="sng">
            <a:solidFill>
              <a:srgbClr val="FFA5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14;p12">
            <a:extLst>
              <a:ext uri="{FF2B5EF4-FFF2-40B4-BE49-F238E27FC236}">
                <a16:creationId xmlns:a16="http://schemas.microsoft.com/office/drawing/2014/main" id="{FB51610B-790E-B9E7-3635-7F422E958654}"/>
              </a:ext>
            </a:extLst>
          </p:cNvPr>
          <p:cNvSpPr/>
          <p:nvPr/>
        </p:nvSpPr>
        <p:spPr>
          <a:xfrm>
            <a:off x="761695" y="4858207"/>
            <a:ext cx="4619549" cy="972007"/>
          </a:xfrm>
          <a:prstGeom prst="roundRect">
            <a:avLst>
              <a:gd name="adj" fmla="val 22135"/>
            </a:avLst>
          </a:prstGeom>
          <a:solidFill>
            <a:srgbClr val="11111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15;p12">
            <a:extLst>
              <a:ext uri="{FF2B5EF4-FFF2-40B4-BE49-F238E27FC236}">
                <a16:creationId xmlns:a16="http://schemas.microsoft.com/office/drawing/2014/main" id="{190C76D6-CE14-4473-6B6D-5BB0CA6F3199}"/>
              </a:ext>
            </a:extLst>
          </p:cNvPr>
          <p:cNvSpPr/>
          <p:nvPr/>
        </p:nvSpPr>
        <p:spPr>
          <a:xfrm>
            <a:off x="761695" y="4858207"/>
            <a:ext cx="38405" cy="972007"/>
          </a:xfrm>
          <a:prstGeom prst="roundRect">
            <a:avLst>
              <a:gd name="adj" fmla="val 560221"/>
            </a:avLst>
          </a:prstGeom>
          <a:solidFill>
            <a:schemeClr val="tx1"/>
          </a:solidFill>
          <a:ln w="12700" cap="flat" cmpd="sng">
            <a:solidFill>
              <a:srgbClr val="00FF8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316;p12" descr="preencoded.png">
            <a:extLst>
              <a:ext uri="{FF2B5EF4-FFF2-40B4-BE49-F238E27FC236}">
                <a16:creationId xmlns:a16="http://schemas.microsoft.com/office/drawing/2014/main" id="{26676838-CA5C-DE4C-06A4-477F859C7D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" b="-2"/>
          <a:stretch/>
        </p:blipFill>
        <p:spPr>
          <a:xfrm>
            <a:off x="6096305" y="1714500"/>
            <a:ext cx="5372100" cy="459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17;p12" descr="preencoded.png">
            <a:extLst>
              <a:ext uri="{FF2B5EF4-FFF2-40B4-BE49-F238E27FC236}">
                <a16:creationId xmlns:a16="http://schemas.microsoft.com/office/drawing/2014/main" id="{5F5F465F-3276-EB79-899C-8D71B84205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-8" r="-8"/>
          <a:stretch/>
        </p:blipFill>
        <p:spPr>
          <a:xfrm>
            <a:off x="6096305" y="1714500"/>
            <a:ext cx="5352898" cy="39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18;p12">
            <a:extLst>
              <a:ext uri="{FF2B5EF4-FFF2-40B4-BE49-F238E27FC236}">
                <a16:creationId xmlns:a16="http://schemas.microsoft.com/office/drawing/2014/main" id="{57F74F65-9207-B205-CF69-8A83EFD3ADE5}"/>
              </a:ext>
            </a:extLst>
          </p:cNvPr>
          <p:cNvSpPr/>
          <p:nvPr/>
        </p:nvSpPr>
        <p:spPr>
          <a:xfrm>
            <a:off x="6286500" y="1848002"/>
            <a:ext cx="114300" cy="114300"/>
          </a:xfrm>
          <a:prstGeom prst="ellipse">
            <a:avLst/>
          </a:prstGeom>
          <a:solidFill>
            <a:srgbClr val="FF450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19;p12">
            <a:extLst>
              <a:ext uri="{FF2B5EF4-FFF2-40B4-BE49-F238E27FC236}">
                <a16:creationId xmlns:a16="http://schemas.microsoft.com/office/drawing/2014/main" id="{C0818D66-786D-4845-D70B-1BCDA7F5AF79}"/>
              </a:ext>
            </a:extLst>
          </p:cNvPr>
          <p:cNvSpPr/>
          <p:nvPr/>
        </p:nvSpPr>
        <p:spPr>
          <a:xfrm>
            <a:off x="6476695" y="1848002"/>
            <a:ext cx="114300" cy="114300"/>
          </a:xfrm>
          <a:prstGeom prst="ellipse">
            <a:avLst/>
          </a:prstGeom>
          <a:solidFill>
            <a:srgbClr val="FFA50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20;p12">
            <a:extLst>
              <a:ext uri="{FF2B5EF4-FFF2-40B4-BE49-F238E27FC236}">
                <a16:creationId xmlns:a16="http://schemas.microsoft.com/office/drawing/2014/main" id="{55F691A4-9C46-EE5E-4936-3732AA4C0850}"/>
              </a:ext>
            </a:extLst>
          </p:cNvPr>
          <p:cNvSpPr/>
          <p:nvPr/>
        </p:nvSpPr>
        <p:spPr>
          <a:xfrm>
            <a:off x="6667805" y="1848002"/>
            <a:ext cx="114300" cy="114300"/>
          </a:xfrm>
          <a:prstGeom prst="ellipse">
            <a:avLst/>
          </a:prstGeom>
          <a:solidFill>
            <a:srgbClr val="00FF88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21;p12">
            <a:extLst>
              <a:ext uri="{FF2B5EF4-FFF2-40B4-BE49-F238E27FC236}">
                <a16:creationId xmlns:a16="http://schemas.microsoft.com/office/drawing/2014/main" id="{C46CB972-80CF-28BC-778D-A8FA9370DFF5}"/>
              </a:ext>
            </a:extLst>
          </p:cNvPr>
          <p:cNvSpPr txBox="1"/>
          <p:nvPr/>
        </p:nvSpPr>
        <p:spPr>
          <a:xfrm>
            <a:off x="6229807" y="1809598"/>
            <a:ext cx="5067605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root@mybat-device:~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22;p12">
            <a:extLst>
              <a:ext uri="{FF2B5EF4-FFF2-40B4-BE49-F238E27FC236}">
                <a16:creationId xmlns:a16="http://schemas.microsoft.com/office/drawing/2014/main" id="{22C29F73-0B8D-1C40-38EE-EDE847439840}"/>
              </a:ext>
            </a:extLst>
          </p:cNvPr>
          <p:cNvSpPr txBox="1"/>
          <p:nvPr/>
        </p:nvSpPr>
        <p:spPr>
          <a:xfrm>
            <a:off x="761695" y="571500"/>
            <a:ext cx="8763610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ДЕМО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23;p12">
            <a:extLst>
              <a:ext uri="{FF2B5EF4-FFF2-40B4-BE49-F238E27FC236}">
                <a16:creationId xmlns:a16="http://schemas.microsoft.com/office/drawing/2014/main" id="{3A065A54-5A06-E7DF-E136-3ACBDEF41E79}"/>
              </a:ext>
            </a:extLst>
          </p:cNvPr>
          <p:cNvSpPr txBox="1"/>
          <p:nvPr/>
        </p:nvSpPr>
        <p:spPr>
          <a:xfrm>
            <a:off x="761695" y="1143000"/>
            <a:ext cx="5829300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Тестване на системата MyBaT в реални условия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24;p12">
            <a:extLst>
              <a:ext uri="{FF2B5EF4-FFF2-40B4-BE49-F238E27FC236}">
                <a16:creationId xmlns:a16="http://schemas.microsoft.com/office/drawing/2014/main" id="{CDAB77C2-BBDC-861D-6984-C83E5F7ED2A5}"/>
              </a:ext>
            </a:extLst>
          </p:cNvPr>
          <p:cNvSpPr/>
          <p:nvPr/>
        </p:nvSpPr>
        <p:spPr>
          <a:xfrm>
            <a:off x="10477195" y="666598"/>
            <a:ext cx="990295" cy="418795"/>
          </a:xfrm>
          <a:prstGeom prst="roundRect">
            <a:avLst>
              <a:gd name="adj" fmla="val 198492"/>
            </a:avLst>
          </a:prstGeom>
          <a:solidFill>
            <a:srgbClr val="FF4500">
              <a:alpha val="20000"/>
            </a:srgbClr>
          </a:solidFill>
          <a:ln w="25400" cap="flat" cmpd="sng">
            <a:solidFill>
              <a:srgbClr val="FF4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25;p12">
            <a:extLst>
              <a:ext uri="{FF2B5EF4-FFF2-40B4-BE49-F238E27FC236}">
                <a16:creationId xmlns:a16="http://schemas.microsoft.com/office/drawing/2014/main" id="{2C9A7E6F-03D8-20D1-DC3D-E9EA20C64BA4}"/>
              </a:ext>
            </a:extLst>
          </p:cNvPr>
          <p:cNvSpPr/>
          <p:nvPr/>
        </p:nvSpPr>
        <p:spPr>
          <a:xfrm>
            <a:off x="761695" y="2228393"/>
            <a:ext cx="2009851" cy="19202"/>
          </a:xfrm>
          <a:prstGeom prst="rect">
            <a:avLst/>
          </a:prstGeom>
          <a:solidFill>
            <a:srgbClr val="33333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26;p12">
            <a:extLst>
              <a:ext uri="{FF2B5EF4-FFF2-40B4-BE49-F238E27FC236}">
                <a16:creationId xmlns:a16="http://schemas.microsoft.com/office/drawing/2014/main" id="{A56DBDCD-C5D2-9D54-1522-36D1024B7C4A}"/>
              </a:ext>
            </a:extLst>
          </p:cNvPr>
          <p:cNvSpPr txBox="1"/>
          <p:nvPr/>
        </p:nvSpPr>
        <p:spPr>
          <a:xfrm>
            <a:off x="761695" y="1904695"/>
            <a:ext cx="2086661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Какво ще видите?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327;p12" descr="preencoded.png">
            <a:extLst>
              <a:ext uri="{FF2B5EF4-FFF2-40B4-BE49-F238E27FC236}">
                <a16:creationId xmlns:a16="http://schemas.microsoft.com/office/drawing/2014/main" id="{F5A655DC-9299-0CBF-6A1C-4AE30AFFC869}"/>
              </a:ext>
            </a:extLst>
          </p:cNvPr>
          <p:cNvPicPr preferRelativeResize="0"/>
          <p:nvPr/>
        </p:nvPicPr>
        <p:blipFill rotWithShape="1">
          <a:blip r:embed="rId6">
            <a:alphaModFix/>
            <a:biLevel thresh="50000"/>
          </a:blip>
          <a:srcRect t="-13" b="-13"/>
          <a:stretch/>
        </p:blipFill>
        <p:spPr>
          <a:xfrm>
            <a:off x="1071677" y="2829154"/>
            <a:ext cx="428854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328;p12">
            <a:extLst>
              <a:ext uri="{FF2B5EF4-FFF2-40B4-BE49-F238E27FC236}">
                <a16:creationId xmlns:a16="http://schemas.microsoft.com/office/drawing/2014/main" id="{32786661-1799-AEE4-2899-0230079DCB35}"/>
              </a:ext>
            </a:extLst>
          </p:cNvPr>
          <p:cNvSpPr txBox="1"/>
          <p:nvPr/>
        </p:nvSpPr>
        <p:spPr>
          <a:xfrm>
            <a:off x="1714500" y="2714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Анализ на средата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29;p12">
            <a:extLst>
              <a:ext uri="{FF2B5EF4-FFF2-40B4-BE49-F238E27FC236}">
                <a16:creationId xmlns:a16="http://schemas.microsoft.com/office/drawing/2014/main" id="{5A10835D-C2DE-E9E5-E88F-0DE4CA28D7DF}"/>
              </a:ext>
            </a:extLst>
          </p:cNvPr>
          <p:cNvSpPr txBox="1"/>
          <p:nvPr/>
        </p:nvSpPr>
        <p:spPr>
          <a:xfrm>
            <a:off x="1714500" y="2962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AI описва стаята, обектите и ситуацията пред потребителя.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330;p12" descr="preencoded.png">
            <a:extLst>
              <a:ext uri="{FF2B5EF4-FFF2-40B4-BE49-F238E27FC236}">
                <a16:creationId xmlns:a16="http://schemas.microsoft.com/office/drawing/2014/main" id="{F1F50AC3-9113-4409-4E8E-1032BAED2F61}"/>
              </a:ext>
            </a:extLst>
          </p:cNvPr>
          <p:cNvPicPr preferRelativeResize="0"/>
          <p:nvPr/>
        </p:nvPicPr>
        <p:blipFill rotWithShape="1">
          <a:blip r:embed="rId7">
            <a:alphaModFix/>
            <a:biLevel thresh="50000"/>
          </a:blip>
          <a:srcRect l="-17" r="-17"/>
          <a:stretch/>
        </p:blipFill>
        <p:spPr>
          <a:xfrm>
            <a:off x="1119226" y="3972154"/>
            <a:ext cx="333756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331;p12">
            <a:extLst>
              <a:ext uri="{FF2B5EF4-FFF2-40B4-BE49-F238E27FC236}">
                <a16:creationId xmlns:a16="http://schemas.microsoft.com/office/drawing/2014/main" id="{9EE66B32-2837-F999-E82C-6AE1A605FB24}"/>
              </a:ext>
            </a:extLst>
          </p:cNvPr>
          <p:cNvSpPr txBox="1"/>
          <p:nvPr/>
        </p:nvSpPr>
        <p:spPr>
          <a:xfrm>
            <a:off x="1714500" y="3857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Четене на текст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32;p12">
            <a:extLst>
              <a:ext uri="{FF2B5EF4-FFF2-40B4-BE49-F238E27FC236}">
                <a16:creationId xmlns:a16="http://schemas.microsoft.com/office/drawing/2014/main" id="{FF99667C-C9A0-D987-B076-25DDB80A328A}"/>
              </a:ext>
            </a:extLst>
          </p:cNvPr>
          <p:cNvSpPr txBox="1"/>
          <p:nvPr/>
        </p:nvSpPr>
        <p:spPr>
          <a:xfrm>
            <a:off x="1714500" y="4105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Разпознаване на надписи, табели или документи в реално време.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33;p12">
            <a:extLst>
              <a:ext uri="{FF2B5EF4-FFF2-40B4-BE49-F238E27FC236}">
                <a16:creationId xmlns:a16="http://schemas.microsoft.com/office/drawing/2014/main" id="{C38FF88B-CD66-A337-5A8C-79AB0A83EC9A}"/>
              </a:ext>
            </a:extLst>
          </p:cNvPr>
          <p:cNvSpPr txBox="1"/>
          <p:nvPr/>
        </p:nvSpPr>
        <p:spPr>
          <a:xfrm>
            <a:off x="1714500" y="5000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Безопасност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34;p12">
            <a:extLst>
              <a:ext uri="{FF2B5EF4-FFF2-40B4-BE49-F238E27FC236}">
                <a16:creationId xmlns:a16="http://schemas.microsoft.com/office/drawing/2014/main" id="{490C522F-1FD9-596A-ACCD-E01541F30390}"/>
              </a:ext>
            </a:extLst>
          </p:cNvPr>
          <p:cNvSpPr txBox="1"/>
          <p:nvPr/>
        </p:nvSpPr>
        <p:spPr>
          <a:xfrm>
            <a:off x="1714500" y="5248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Предупреждение за препятствия чрез вибрация и звук.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5;p12">
            <a:extLst>
              <a:ext uri="{FF2B5EF4-FFF2-40B4-BE49-F238E27FC236}">
                <a16:creationId xmlns:a16="http://schemas.microsoft.com/office/drawing/2014/main" id="{B14931BA-53E0-5A0C-14AE-8316C2C91576}"/>
              </a:ext>
            </a:extLst>
          </p:cNvPr>
          <p:cNvSpPr txBox="1"/>
          <p:nvPr/>
        </p:nvSpPr>
        <p:spPr>
          <a:xfrm>
            <a:off x="6381598" y="2286000"/>
            <a:ext cx="487741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&gt; Booting </a:t>
            </a:r>
            <a:r>
              <a:rPr lang="en-US" sz="1200" b="0" i="0" u="none" strike="noStrike" cap="none" dirty="0" err="1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MyBaT</a:t>
            </a:r>
            <a:r>
              <a:rPr lang="en-US" sz="1200" b="0" i="0" u="none" strike="noStrike" cap="none" dirty="0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 System v1.0.4...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36;p12">
            <a:extLst>
              <a:ext uri="{FF2B5EF4-FFF2-40B4-BE49-F238E27FC236}">
                <a16:creationId xmlns:a16="http://schemas.microsoft.com/office/drawing/2014/main" id="{8967B381-5545-1298-D3E4-8FA1A55581D5}"/>
              </a:ext>
            </a:extLst>
          </p:cNvPr>
          <p:cNvSpPr txBox="1"/>
          <p:nvPr/>
        </p:nvSpPr>
        <p:spPr>
          <a:xfrm>
            <a:off x="6381598" y="2625242"/>
            <a:ext cx="4839005" cy="106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Raspberry Pi Core initialized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Loading Kernel Modules...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Camera Interface (CSI) connected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Ultrasonic Sensors calibrated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.. ] Establishing Network Connection...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37;p12">
            <a:extLst>
              <a:ext uri="{FF2B5EF4-FFF2-40B4-BE49-F238E27FC236}">
                <a16:creationId xmlns:a16="http://schemas.microsoft.com/office/drawing/2014/main" id="{0417DE3D-052A-1416-7B19-303D04DDFB34}"/>
              </a:ext>
            </a:extLst>
          </p:cNvPr>
          <p:cNvSpPr txBox="1"/>
          <p:nvPr/>
        </p:nvSpPr>
        <p:spPr>
          <a:xfrm>
            <a:off x="6381598" y="3786530"/>
            <a:ext cx="487741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FFA500"/>
                </a:solidFill>
                <a:latin typeface="Courier New"/>
                <a:ea typeface="Courier New"/>
                <a:cs typeface="Courier New"/>
                <a:sym typeface="Courier New"/>
              </a:rPr>
              <a:t>&gt; Connecting to Google Gemini API...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38;p12">
            <a:extLst>
              <a:ext uri="{FF2B5EF4-FFF2-40B4-BE49-F238E27FC236}">
                <a16:creationId xmlns:a16="http://schemas.microsoft.com/office/drawing/2014/main" id="{B18E011B-ECA7-50F5-E7F3-8D1B6DA595C8}"/>
              </a:ext>
            </a:extLst>
          </p:cNvPr>
          <p:cNvSpPr txBox="1"/>
          <p:nvPr/>
        </p:nvSpPr>
        <p:spPr>
          <a:xfrm>
            <a:off x="6381598" y="3999586"/>
            <a:ext cx="4839005" cy="64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API Key Verified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Model: gemini-pro-vision loaded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TTS Engine: Bulgarian (bg-BG) ready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39;p12">
            <a:extLst>
              <a:ext uri="{FF2B5EF4-FFF2-40B4-BE49-F238E27FC236}">
                <a16:creationId xmlns:a16="http://schemas.microsoft.com/office/drawing/2014/main" id="{34D1CFB9-10C0-9E86-AF2E-CBFFF92C3218}"/>
              </a:ext>
            </a:extLst>
          </p:cNvPr>
          <p:cNvSpPr txBox="1"/>
          <p:nvPr/>
        </p:nvSpPr>
        <p:spPr>
          <a:xfrm>
            <a:off x="6381598" y="4734763"/>
            <a:ext cx="487741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&gt; System Diagnostic: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40;p12">
            <a:extLst>
              <a:ext uri="{FF2B5EF4-FFF2-40B4-BE49-F238E27FC236}">
                <a16:creationId xmlns:a16="http://schemas.microsoft.com/office/drawing/2014/main" id="{A27D4CDD-E89D-1320-DECA-9C5FB03395C1}"/>
              </a:ext>
            </a:extLst>
          </p:cNvPr>
          <p:cNvSpPr txBox="1"/>
          <p:nvPr/>
        </p:nvSpPr>
        <p:spPr>
          <a:xfrm>
            <a:off x="6572707" y="4947818"/>
            <a:ext cx="46863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CPU: 12% | RAM: 450MB/4GB | TEMP: 42°C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41;p12">
            <a:extLst>
              <a:ext uri="{FF2B5EF4-FFF2-40B4-BE49-F238E27FC236}">
                <a16:creationId xmlns:a16="http://schemas.microsoft.com/office/drawing/2014/main" id="{4B09B5D1-2FAD-8BEB-9429-23F29DC30228}"/>
              </a:ext>
            </a:extLst>
          </p:cNvPr>
          <p:cNvSpPr txBox="1"/>
          <p:nvPr/>
        </p:nvSpPr>
        <p:spPr>
          <a:xfrm>
            <a:off x="6381598" y="5351983"/>
            <a:ext cx="487741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 &gt; READY FOR DEMO_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342;p12">
            <a:extLst>
              <a:ext uri="{FF2B5EF4-FFF2-40B4-BE49-F238E27FC236}">
                <a16:creationId xmlns:a16="http://schemas.microsoft.com/office/drawing/2014/main" id="{373A33DD-50B6-1205-BB37-206076FD3623}"/>
              </a:ext>
            </a:extLst>
          </p:cNvPr>
          <p:cNvSpPr txBox="1"/>
          <p:nvPr/>
        </p:nvSpPr>
        <p:spPr>
          <a:xfrm>
            <a:off x="-57607" y="6476695"/>
            <a:ext cx="12306910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MyBaT Project | Hackathon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43;p12">
            <a:extLst>
              <a:ext uri="{FF2B5EF4-FFF2-40B4-BE49-F238E27FC236}">
                <a16:creationId xmlns:a16="http://schemas.microsoft.com/office/drawing/2014/main" id="{60EA544A-ED09-F4BB-4208-09EF9EFDEA11}"/>
              </a:ext>
            </a:extLst>
          </p:cNvPr>
          <p:cNvSpPr/>
          <p:nvPr/>
        </p:nvSpPr>
        <p:spPr>
          <a:xfrm>
            <a:off x="10620756" y="780898"/>
            <a:ext cx="152705" cy="152705"/>
          </a:xfrm>
          <a:prstGeom prst="ellipse">
            <a:avLst/>
          </a:prstGeom>
          <a:solidFill>
            <a:srgbClr val="FF450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44;p12">
            <a:extLst>
              <a:ext uri="{FF2B5EF4-FFF2-40B4-BE49-F238E27FC236}">
                <a16:creationId xmlns:a16="http://schemas.microsoft.com/office/drawing/2014/main" id="{AE59F53F-75CF-CA00-CFF2-DFA36BEEA1F3}"/>
              </a:ext>
            </a:extLst>
          </p:cNvPr>
          <p:cNvSpPr txBox="1"/>
          <p:nvPr/>
        </p:nvSpPr>
        <p:spPr>
          <a:xfrm>
            <a:off x="10818569" y="766725"/>
            <a:ext cx="6483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200"/>
              <a:buFont typeface="Montserrat"/>
              <a:buNone/>
            </a:pPr>
            <a:r>
              <a:rPr lang="en-US" sz="1200" b="1" i="0" u="none" strike="noStrike" cap="none" dirty="0">
                <a:solidFill>
                  <a:srgbClr val="FF4500"/>
                </a:solidFill>
                <a:latin typeface="Montserrat"/>
                <a:ea typeface="Montserrat"/>
                <a:cs typeface="Montserrat"/>
                <a:sym typeface="Montserrat"/>
              </a:rPr>
              <a:t>LIVE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77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1;p11">
            <a:extLst>
              <a:ext uri="{FF2B5EF4-FFF2-40B4-BE49-F238E27FC236}">
                <a16:creationId xmlns:a16="http://schemas.microsoft.com/office/drawing/2014/main" id="{0514B7CB-3A74-412D-B45C-137B8CBF3A8F}"/>
              </a:ext>
            </a:extLst>
          </p:cNvPr>
          <p:cNvSpPr/>
          <p:nvPr/>
        </p:nvSpPr>
        <p:spPr>
          <a:xfrm>
            <a:off x="53340" y="56388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3;p11">
            <a:extLst>
              <a:ext uri="{FF2B5EF4-FFF2-40B4-BE49-F238E27FC236}">
                <a16:creationId xmlns:a16="http://schemas.microsoft.com/office/drawing/2014/main" id="{A629D755-F131-D317-032D-096EA569A221}"/>
              </a:ext>
            </a:extLst>
          </p:cNvPr>
          <p:cNvSpPr/>
          <p:nvPr/>
        </p:nvSpPr>
        <p:spPr>
          <a:xfrm>
            <a:off x="1215241" y="1886955"/>
            <a:ext cx="104841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0"/>
              <a:buFont typeface="PT Mono"/>
              <a:buNone/>
            </a:pPr>
            <a:r>
              <a:rPr lang="en-US" sz="5400" b="1" i="0" u="none" strike="noStrike" cap="none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Благодарим</a:t>
            </a:r>
            <a:r>
              <a:rPr lang="en-US" sz="5400" b="1" i="0" u="none" strike="noStrike" cap="none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400" b="1" i="0" u="none" strike="noStrike" cap="none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ви</a:t>
            </a:r>
            <a:r>
              <a:rPr lang="en-US" sz="5400" b="1" i="0" u="none" strike="noStrike" cap="none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 за </a:t>
            </a:r>
            <a:r>
              <a:rPr lang="en-US" sz="5400" b="1" i="0" u="none" strike="noStrike" cap="none" dirty="0" err="1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вниманието</a:t>
            </a:r>
            <a:r>
              <a:rPr lang="en-US" sz="5400" b="1" i="0" u="none" strike="noStrike" cap="none" dirty="0">
                <a:solidFill>
                  <a:schemeClr val="tx1"/>
                </a:solidFill>
                <a:latin typeface="PT Mono"/>
                <a:ea typeface="PT Mono"/>
                <a:cs typeface="PT Mono"/>
                <a:sym typeface="PT Mono"/>
              </a:rPr>
              <a:t>!</a:t>
            </a:r>
            <a:endParaRPr sz="5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95;p11">
            <a:extLst>
              <a:ext uri="{FF2B5EF4-FFF2-40B4-BE49-F238E27FC236}">
                <a16:creationId xmlns:a16="http://schemas.microsoft.com/office/drawing/2014/main" id="{F73A3E4B-C81C-F845-FC02-5269DABF8F29}"/>
              </a:ext>
            </a:extLst>
          </p:cNvPr>
          <p:cNvSpPr/>
          <p:nvPr/>
        </p:nvSpPr>
        <p:spPr>
          <a:xfrm>
            <a:off x="3768547" y="1611782"/>
            <a:ext cx="4781400" cy="4781400"/>
          </a:xfrm>
          <a:prstGeom prst="ellipse">
            <a:avLst/>
          </a:prstGeom>
          <a:noFill/>
          <a:ln w="12700" cap="flat" cmpd="sng">
            <a:solidFill>
              <a:srgbClr val="FFFFFF">
                <a:alpha val="102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96;p11">
            <a:extLst>
              <a:ext uri="{FF2B5EF4-FFF2-40B4-BE49-F238E27FC236}">
                <a16:creationId xmlns:a16="http://schemas.microsoft.com/office/drawing/2014/main" id="{0E3C5078-C954-42FC-A007-79186DD27E33}"/>
              </a:ext>
            </a:extLst>
          </p:cNvPr>
          <p:cNvSpPr/>
          <p:nvPr/>
        </p:nvSpPr>
        <p:spPr>
          <a:xfrm>
            <a:off x="4720438" y="5135880"/>
            <a:ext cx="2876700" cy="590700"/>
          </a:xfrm>
          <a:prstGeom prst="roundRect">
            <a:avLst>
              <a:gd name="adj" fmla="val 149805"/>
            </a:avLst>
          </a:prstGeom>
          <a:solidFill>
            <a:schemeClr val="tx1">
              <a:alpha val="102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97;p11">
            <a:extLst>
              <a:ext uri="{FF2B5EF4-FFF2-40B4-BE49-F238E27FC236}">
                <a16:creationId xmlns:a16="http://schemas.microsoft.com/office/drawing/2014/main" id="{26645BAE-1A0A-5106-0C3B-31744B465731}"/>
              </a:ext>
            </a:extLst>
          </p:cNvPr>
          <p:cNvSpPr txBox="1"/>
          <p:nvPr/>
        </p:nvSpPr>
        <p:spPr>
          <a:xfrm>
            <a:off x="2282647" y="4183075"/>
            <a:ext cx="773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800"/>
              </a:buClr>
              <a:buSzPts val="1800"/>
              <a:buFont typeface="Montserrat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MLADI BOGATI TUESARI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98;p11" descr="preencoded.png">
            <a:extLst>
              <a:ext uri="{FF2B5EF4-FFF2-40B4-BE49-F238E27FC236}">
                <a16:creationId xmlns:a16="http://schemas.microsoft.com/office/drawing/2014/main" id="{31AB0F48-FC22-6B74-F049-66747318D56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biLevel thresh="50000"/>
          </a:blip>
          <a:srcRect l="-80" r="-80"/>
          <a:stretch/>
        </p:blipFill>
        <p:spPr>
          <a:xfrm>
            <a:off x="5434584" y="528858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9;p11">
            <a:extLst>
              <a:ext uri="{FF2B5EF4-FFF2-40B4-BE49-F238E27FC236}">
                <a16:creationId xmlns:a16="http://schemas.microsoft.com/office/drawing/2014/main" id="{34C42C36-8EEE-AE5F-20CE-DFD97E06B68E}"/>
              </a:ext>
            </a:extLst>
          </p:cNvPr>
          <p:cNvSpPr txBox="1"/>
          <p:nvPr/>
        </p:nvSpPr>
        <p:spPr>
          <a:xfrm>
            <a:off x="5815889" y="5288585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Въпроси?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3969550"/>
      </p:ext>
    </p:extLst>
  </p:cSld>
  <p:clrMapOvr>
    <a:masterClrMapping/>
  </p:clrMapOvr>
</p:sld>
</file>

<file path=ppt/theme/theme1.xml><?xml version="1.0" encoding="utf-8"?>
<a:theme xmlns:a="http://schemas.openxmlformats.org/drawingml/2006/main" name="Medical Dark Theme by Slidesgo">
  <a:themeElements>
    <a:clrScheme name="Simple Light">
      <a:dk1>
        <a:srgbClr val="FFFFFF"/>
      </a:dk1>
      <a:lt1>
        <a:srgbClr val="00030D"/>
      </a:lt1>
      <a:dk2>
        <a:srgbClr val="012340"/>
      </a:dk2>
      <a:lt2>
        <a:srgbClr val="406473"/>
      </a:lt2>
      <a:accent1>
        <a:srgbClr val="A8B9BF"/>
      </a:accent1>
      <a:accent2>
        <a:srgbClr val="E4F2F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О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Dark Theme by Slidesgo</Template>
  <TotalTime>250</TotalTime>
  <Words>503</Words>
  <Application>Microsoft Office PowerPoint</Application>
  <PresentationFormat>Widescreen</PresentationFormat>
  <Paragraphs>90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Arial</vt:lpstr>
      <vt:lpstr>Calibri</vt:lpstr>
      <vt:lpstr>Courier New</vt:lpstr>
      <vt:lpstr>Lato</vt:lpstr>
      <vt:lpstr>Lato Black</vt:lpstr>
      <vt:lpstr>Montserrat</vt:lpstr>
      <vt:lpstr>Nunito Light</vt:lpstr>
      <vt:lpstr>Proxima Nova</vt:lpstr>
      <vt:lpstr>PT Mono</vt:lpstr>
      <vt:lpstr>Raleway</vt:lpstr>
      <vt:lpstr>Roboto</vt:lpstr>
      <vt:lpstr>Share Tech Mono</vt:lpstr>
      <vt:lpstr>Medical Dark Theme by Slidesgo</vt:lpstr>
      <vt:lpstr>Slidesgo Final Pages</vt:lpstr>
      <vt:lpstr>MyBaT </vt:lpstr>
      <vt:lpstr>PowerPoint Presentation</vt:lpstr>
      <vt:lpstr>Цел на проекта</vt:lpstr>
      <vt:lpstr>Нашето решение: MyBaT </vt:lpstr>
      <vt:lpstr>Как работи MyBaT?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Sylyx neshtosi</dc:creator>
  <cp:lastModifiedBy>Alexander Vazov</cp:lastModifiedBy>
  <cp:revision>2</cp:revision>
  <dcterms:created xsi:type="dcterms:W3CDTF">2026-04-14T23:56:36Z</dcterms:created>
  <dcterms:modified xsi:type="dcterms:W3CDTF">2026-04-15T05:08:19Z</dcterms:modified>
</cp:coreProperties>
</file>